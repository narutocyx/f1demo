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62" r:id="rId3"/>
  </p:sldMasterIdLst>
  <p:notesMasterIdLst>
    <p:notesMasterId r:id="rId20"/>
  </p:notesMasterIdLst>
  <p:sldIdLst>
    <p:sldId id="256" r:id="rId4"/>
    <p:sldId id="258" r:id="rId5"/>
    <p:sldId id="260" r:id="rId6"/>
    <p:sldId id="262" r:id="rId7"/>
    <p:sldId id="263" r:id="rId8"/>
    <p:sldId id="269" r:id="rId9"/>
    <p:sldId id="259" r:id="rId10"/>
    <p:sldId id="261" r:id="rId11"/>
    <p:sldId id="264" r:id="rId12"/>
    <p:sldId id="265" r:id="rId13"/>
    <p:sldId id="266" r:id="rId14"/>
    <p:sldId id="267" r:id="rId15"/>
    <p:sldId id="268" r:id="rId16"/>
    <p:sldId id="270" r:id="rId17"/>
    <p:sldId id="271" r:id="rId18"/>
    <p:sldId id="272" r:id="rId19"/>
  </p:sldIdLst>
  <p:sldSz cx="9144000" cy="5143500" type="screen16x9"/>
  <p:notesSz cx="6858000" cy="9144000"/>
  <p:defaultTextStyle>
    <a:lvl1pPr marL="0" lvl="0" algn="l" defTabSz="914400">
      <a:defRPr sz="1800" kern="1200">
        <a:solidFill>
          <a:schemeClr val="tx1"/>
        </a:solidFill>
        <a:latin typeface="Georgia"/>
        <a:ea typeface="+mn-ea"/>
      </a:defRPr>
    </a:lvl1pPr>
    <a:lvl2pPr marL="457200" lvl="1" algn="l" defTabSz="914400">
      <a:defRPr sz="1800" kern="1200">
        <a:solidFill>
          <a:schemeClr val="tx1"/>
        </a:solidFill>
        <a:latin typeface="Georgia"/>
        <a:ea typeface="+mn-ea"/>
      </a:defRPr>
    </a:lvl2pPr>
    <a:lvl3pPr marL="914400" lvl="2" algn="l" defTabSz="914400">
      <a:defRPr sz="1800" kern="1200">
        <a:solidFill>
          <a:schemeClr val="tx1"/>
        </a:solidFill>
        <a:latin typeface="Georgia"/>
        <a:ea typeface="+mn-ea"/>
      </a:defRPr>
    </a:lvl3pPr>
    <a:lvl4pPr marL="1371600" lvl="3" algn="l" defTabSz="914400">
      <a:defRPr sz="1800" kern="1200">
        <a:solidFill>
          <a:schemeClr val="tx1"/>
        </a:solidFill>
        <a:latin typeface="Georgia"/>
        <a:ea typeface="+mn-ea"/>
      </a:defRPr>
    </a:lvl4pPr>
    <a:lvl5pPr marL="1828800" lvl="4" algn="l" defTabSz="914400">
      <a:defRPr sz="1800" kern="1200">
        <a:solidFill>
          <a:schemeClr val="tx1"/>
        </a:solidFill>
        <a:latin typeface="Georgia"/>
        <a:ea typeface="+mn-ea"/>
      </a:defRPr>
    </a:lvl5pPr>
    <a:lvl6pPr marL="2286000" lvl="5" algn="l" defTabSz="914400">
      <a:defRPr sz="1800" kern="1200">
        <a:solidFill>
          <a:schemeClr val="tx1"/>
        </a:solidFill>
        <a:latin typeface="Georgia"/>
        <a:ea typeface="+mn-ea"/>
      </a:defRPr>
    </a:lvl6pPr>
    <a:lvl7pPr marL="2743200" lvl="6" algn="l" defTabSz="914400">
      <a:defRPr sz="1800" kern="1200">
        <a:solidFill>
          <a:schemeClr val="tx1"/>
        </a:solidFill>
        <a:latin typeface="Georgia"/>
        <a:ea typeface="+mn-ea"/>
      </a:defRPr>
    </a:lvl7pPr>
    <a:lvl8pPr marL="3200400" lvl="7" algn="l" defTabSz="914400">
      <a:defRPr sz="1800" kern="1200">
        <a:solidFill>
          <a:schemeClr val="tx1"/>
        </a:solidFill>
        <a:latin typeface="Georgia"/>
        <a:ea typeface="+mn-ea"/>
      </a:defRPr>
    </a:lvl8pPr>
    <a:lvl9pPr marL="3657600" lvl="8" algn="l" defTabSz="914400">
      <a:defRPr sz="1800" kern="1200">
        <a:solidFill>
          <a:schemeClr val="tx1"/>
        </a:solidFill>
        <a:latin typeface="Georgia"/>
        <a:ea typeface="+mn-e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yle à thème 1 - Accentuation 5">
    <a:wholeTbl>
      <a:tcTxStyle>
        <a:fontRef idx="minor">
          <a:srgbClr val="000000"/>
        </a:fontRef>
        <a:schemeClr val="dk1"/>
      </a:tcTxStyle>
      <a:tcStyle>
        <a:tcBdr>
          <a:left>
            <a:ln w="9525" cap="flat" cmpd="sng">
              <a:solidFill>
                <a:schemeClr val="accent5">
                  <a:shade val="95000"/>
                </a:schemeClr>
              </a:solidFill>
              <a:prstDash val="solid"/>
            </a:ln>
          </a:left>
          <a:right>
            <a:ln w="9525" cap="flat" cmpd="sng">
              <a:solidFill>
                <a:schemeClr val="accent5">
                  <a:shade val="95000"/>
                </a:schemeClr>
              </a:solidFill>
              <a:prstDash val="solid"/>
            </a:ln>
          </a:right>
          <a:top>
            <a:ln w="9525" cap="flat" cmpd="sng">
              <a:solidFill>
                <a:schemeClr val="accent5">
                  <a:shade val="95000"/>
                </a:schemeClr>
              </a:solidFill>
              <a:prstDash val="solid"/>
            </a:ln>
          </a:top>
          <a:bottom>
            <a:ln w="9525" cap="flat" cmpd="sng">
              <a:solidFill>
                <a:schemeClr val="accent5">
                  <a:shade val="95000"/>
                </a:schemeClr>
              </a:solidFill>
              <a:prstDash val="solid"/>
            </a:ln>
          </a:bottom>
          <a:insideH>
            <a:ln w="9525" cap="flat" cmpd="sng">
              <a:solidFill>
                <a:schemeClr val="accent5">
                  <a:shade val="95000"/>
                </a:schemeClr>
              </a:solidFill>
              <a:prstDash val="solid"/>
            </a:ln>
          </a:insideH>
          <a:insideV>
            <a:ln w="9525" cap="flat" cmpd="sng">
              <a:solidFill>
                <a:schemeClr val="accent5">
                  <a:shade val="95000"/>
                </a:schemeClr>
              </a:solidFill>
              <a:prstDash val="solid"/>
            </a:ln>
          </a:insideV>
        </a:tcBdr>
        <a:fill>
          <a:noFill/>
        </a:fill>
      </a:tcStyle>
    </a:wholeTbl>
    <a:band1H>
      <a:tcStyle>
        <a:tcBdr/>
        <a:fill>
          <a:solidFill>
            <a:schemeClr val="accent5">
              <a:alpha val="40000"/>
            </a:schemeClr>
          </a:solidFill>
        </a:fill>
      </a:tcStyle>
    </a:band1H>
    <a:band1V>
      <a:tcStyle>
        <a:tcBdr>
          <a:top>
            <a:ln w="9525" cap="flat" cmpd="sng">
              <a:solidFill>
                <a:schemeClr val="accent5">
                  <a:shade val="95000"/>
                </a:schemeClr>
              </a:solidFill>
              <a:prstDash val="solid"/>
            </a:ln>
          </a:top>
          <a:bottom>
            <a:ln w="9525" cap="flat" cmpd="sng">
              <a:solidFill>
                <a:schemeClr val="accent5">
                  <a:shade val="95000"/>
                </a:schemeClr>
              </a:solidFill>
              <a:prstDash val="solid"/>
            </a:ln>
          </a:bottom>
        </a:tcBdr>
        <a:fill>
          <a:solidFill>
            <a:schemeClr val="accent5">
              <a:alpha val="40000"/>
            </a:schemeClr>
          </a:solidFill>
        </a:fill>
      </a:tcStyle>
    </a:band1V>
    <a:lastCol>
      <a:tcTxStyle b="on"/>
      <a:tcStyle>
        <a:tcBdr>
          <a:left>
            <a:ln w="25400" cap="flat" cmpd="sng">
              <a:solidFill>
                <a:schemeClr val="accent5"/>
              </a:solidFill>
              <a:prstDash val="solid"/>
            </a:ln>
          </a:left>
          <a:right>
            <a:ln w="9525" cap="flat" cmpd="sng">
              <a:solidFill>
                <a:schemeClr val="accent5">
                  <a:shade val="95000"/>
                </a:schemeClr>
              </a:solidFill>
              <a:prstDash val="solid"/>
            </a:ln>
          </a:right>
          <a:top>
            <a:ln w="9525" cap="flat" cmpd="sng">
              <a:solidFill>
                <a:schemeClr val="accent5">
                  <a:shade val="95000"/>
                </a:schemeClr>
              </a:solidFill>
              <a:prstDash val="solid"/>
            </a:ln>
          </a:top>
          <a:bottom>
            <a:ln w="9525" cap="flat" cmpd="sng">
              <a:solidFill>
                <a:schemeClr val="accent5">
                  <a:shade val="95000"/>
                </a:schemeClr>
              </a:solidFill>
              <a:prstDash val="solid"/>
            </a:ln>
          </a:bottom>
          <a:insideH>
            <a:ln w="9525" cap="flat" cmpd="sng">
              <a:solidFill>
                <a:schemeClr val="accent5">
                  <a:shade val="95000"/>
                </a:schemeClr>
              </a:solidFill>
              <a:prstDash val="solid"/>
            </a:ln>
          </a:insideH>
          <a:insideV>
            <a:ln>
              <a:noFill/>
            </a:ln>
          </a:insideV>
        </a:tcBdr>
      </a:tcStyle>
    </a:lastCol>
    <a:firstCol>
      <a:tcTxStyle b="on"/>
      <a:tcStyle>
        <a:tcBdr>
          <a:left>
            <a:ln w="9525" cap="flat" cmpd="sng">
              <a:solidFill>
                <a:schemeClr val="accent5">
                  <a:shade val="95000"/>
                </a:schemeClr>
              </a:solidFill>
              <a:prstDash val="solid"/>
            </a:ln>
          </a:left>
          <a:right>
            <a:ln w="25400" cap="flat" cmpd="sng">
              <a:solidFill>
                <a:schemeClr val="accent5"/>
              </a:solidFill>
              <a:prstDash val="solid"/>
            </a:ln>
          </a:right>
          <a:top>
            <a:ln w="9525" cap="flat" cmpd="sng">
              <a:solidFill>
                <a:schemeClr val="accent5">
                  <a:shade val="95000"/>
                </a:schemeClr>
              </a:solidFill>
              <a:prstDash val="solid"/>
            </a:ln>
          </a:top>
          <a:bottom>
            <a:ln w="9525" cap="flat" cmpd="sng">
              <a:solidFill>
                <a:schemeClr val="accent5">
                  <a:shade val="95000"/>
                </a:schemeClr>
              </a:solidFill>
              <a:prstDash val="solid"/>
            </a:ln>
          </a:bottom>
          <a:insideH>
            <a:ln w="9525" cap="flat" cmpd="sng">
              <a:solidFill>
                <a:schemeClr val="accent5">
                  <a:shade val="95000"/>
                </a:schemeClr>
              </a:solidFill>
              <a:prstDash val="solid"/>
            </a:ln>
          </a:insideH>
          <a:insideV>
            <a:ln>
              <a:noFill/>
            </a:ln>
          </a:insideV>
        </a:tcBdr>
      </a:tcStyle>
    </a:firstCol>
    <a:lastRow>
      <a:tcTxStyle b="on"/>
      <a:tcStyle>
        <a:tcBdr>
          <a:left>
            <a:ln w="9525" cap="flat" cmpd="sng">
              <a:solidFill>
                <a:schemeClr val="accent5">
                  <a:shade val="95000"/>
                </a:schemeClr>
              </a:solidFill>
              <a:prstDash val="solid"/>
            </a:ln>
          </a:left>
          <a:right>
            <a:ln w="9525" cap="flat" cmpd="sng">
              <a:solidFill>
                <a:schemeClr val="accent5">
                  <a:shade val="95000"/>
                </a:schemeClr>
              </a:solidFill>
              <a:prstDash val="solid"/>
            </a:ln>
          </a:right>
          <a:top>
            <a:ln w="25400" cap="flat" cmpd="sng">
              <a:solidFill>
                <a:schemeClr val="accent5"/>
              </a:solidFill>
              <a:prstDash val="solid"/>
            </a:ln>
          </a:top>
          <a:bottom>
            <a:ln w="25400" cap="flat" cmpd="sng">
              <a:solidFill>
                <a:schemeClr val="accent5"/>
              </a:solidFill>
              <a:prstDash val="solid"/>
            </a:ln>
          </a:bottom>
          <a:insideH>
            <a:ln>
              <a:noFill/>
            </a:ln>
          </a:insideH>
          <a:insideV>
            <a:ln>
              <a:noFill/>
            </a:ln>
          </a:insideV>
        </a:tcBdr>
        <a:fill>
          <a:noFill/>
        </a:fill>
      </a:tcStyle>
    </a:lastRow>
    <a:firstRow>
      <a:tcTxStyle b="on">
        <a:fontRef idx="minor">
          <a:srgbClr val="000000"/>
        </a:fontRef>
        <a:schemeClr val="lt1"/>
      </a:tcTxStyle>
      <a:tcStyle>
        <a:tcBdr>
          <a:left>
            <a:ln w="9525" cap="flat" cmpd="sng">
              <a:solidFill>
                <a:schemeClr val="accent5">
                  <a:shade val="95000"/>
                </a:schemeClr>
              </a:solidFill>
              <a:prstDash val="solid"/>
            </a:ln>
          </a:left>
          <a:right>
            <a:ln w="9525" cap="flat" cmpd="sng">
              <a:solidFill>
                <a:schemeClr val="accent5">
                  <a:shade val="95000"/>
                </a:schemeClr>
              </a:solidFill>
              <a:prstDash val="solid"/>
            </a:ln>
          </a:right>
          <a:top>
            <a:ln w="9525" cap="flat" cmpd="sng">
              <a:solidFill>
                <a:schemeClr val="accent5">
                  <a:shade val="95000"/>
                </a:schemeClr>
              </a:solidFill>
              <a:prstDash val="solid"/>
            </a:ln>
          </a:top>
          <a:bottom>
            <a:ln w="25400" cap="flat" cmpd="sng">
              <a:solidFill>
                <a:schemeClr val="lt1"/>
              </a:solidFill>
              <a:prstDash val="solid"/>
            </a:ln>
          </a:bottom>
          <a:insideH>
            <a:ln>
              <a:noFill/>
            </a:ln>
          </a:insideH>
          <a:insideV>
            <a:ln>
              <a:noFill/>
            </a:ln>
          </a:insideV>
        </a:tcBdr>
        <a:fill>
          <a:solidFill>
            <a:schemeClr val="accent5"/>
          </a:solidFill>
        </a:fill>
      </a:tcStyle>
    </a:firstRow>
  </a:tblStyle>
  <a:tblStyle styleId="{7DF18680-E054-41AD-8BC1-D1AEF772440D}" styleName="Style moyen 2 - Accentuation 5">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fontRef idx="minor">
          <a:srgbClr val="000000"/>
        </a:fontRef>
        <a:schemeClr val="lt1"/>
      </a:tcTxStyle>
      <a:tcStyle>
        <a:tcBdr/>
        <a:fill>
          <a:solidFill>
            <a:schemeClr val="accent5"/>
          </a:solidFill>
        </a:fill>
      </a:tcStyle>
    </a:lastCol>
    <a:firstCol>
      <a:tcTxStyle b="on">
        <a:fontRef idx="minor">
          <a:srgbClr val="000000"/>
        </a:fontRef>
        <a:schemeClr val="lt1"/>
      </a:tcTxStyle>
      <a:tcStyle>
        <a:tcBdr/>
        <a:fill>
          <a:solidFill>
            <a:schemeClr val="accent5"/>
          </a:solidFill>
        </a:fill>
      </a:tcStyle>
    </a:firstCol>
    <a:lastRow>
      <a:tcTxStyle b="on">
        <a:fontRef idx="minor">
          <a:srgbClr val="000000"/>
        </a:fontRef>
        <a:schemeClr val="lt1"/>
      </a:tcTxStyle>
      <a:tcStyle>
        <a:tcBdr>
          <a:top>
            <a:ln w="38100" cmpd="sng">
              <a:solidFill>
                <a:schemeClr val="lt1"/>
              </a:solidFill>
            </a:ln>
          </a:top>
        </a:tcBdr>
        <a:fill>
          <a:solidFill>
            <a:schemeClr val="accent5"/>
          </a:solidFill>
        </a:fill>
      </a:tcStyle>
    </a:lastRow>
    <a:firstRow>
      <a:tcTxStyle b="on">
        <a:fontRef idx="minor">
          <a:srgbClr val="000000"/>
        </a:fontRef>
        <a:schemeClr val="lt1"/>
      </a:tcTxStyle>
      <a:tcStyle>
        <a:tcBdr>
          <a:bottom>
            <a:ln w="38100" cmpd="sng">
              <a:solidFill>
                <a:schemeClr val="lt1"/>
              </a:solidFill>
            </a:ln>
          </a:bottom>
        </a:tcBdr>
        <a:fill>
          <a:solidFill>
            <a:schemeClr val="accent5"/>
          </a:solidFill>
        </a:fill>
      </a:tcStyle>
    </a:firstRow>
  </a:tblStyle>
  <a:tblStyle styleId="{37CE84F3-28C3-443E-9E96-99CF82512B78}" styleName="Style foncé 1 - Accentuation 2">
    <a:wholeTbl>
      <a:tcTxStyle>
        <a:fontRef idx="minor">
          <a:srgbClr val="00000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firstRow>
      <a:tcTxStyle b="on"/>
      <a:tcStyle>
        <a:tcBdr>
          <a:bottom>
            <a:ln w="254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62" d="100"/>
          <a:sy n="162" d="100"/>
        </p:scale>
        <p:origin x="108"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t>2025/4/17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t>‹#›</a:t>
            </a:fld>
            <a:endParaRPr kumimoji="1" lang="zh-CN" altLang="en-US"/>
          </a:p>
        </p:txBody>
      </p:sp>
    </p:spTree>
    <p:extLst>
      <p:ext uri="{BB962C8B-B14F-4D97-AF65-F5344CB8AC3E}">
        <p14:creationId xmlns:p14="http://schemas.microsoft.com/office/powerpoint/2010/main" val="2114228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sz="1100"/>
              <a:t>This slide is the “executive</a:t>
            </a:r>
            <a:r>
              <a:rPr lang="en-US" altLang="en-US" sz="1100" baseline="0"/>
              <a:t> summary” </a:t>
            </a:r>
            <a:r>
              <a:rPr lang="en-US" altLang="en-US" sz="1100"/>
              <a:t>global overview of the mission to present all its key info in one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171450" indent="-171450">
              <a:buFont typeface="Arial" charset="0"/>
              <a:buChar char="•"/>
            </a:pPr>
            <a:r>
              <a:rPr lang="en-US" altLang="en-US" sz="1100"/>
              <a:t>This slide is the “narrative key</a:t>
            </a:r>
            <a:r>
              <a:rPr lang="en-US" altLang="en-US" sz="1100" baseline="0"/>
              <a:t> points” of the missions, the key intentions that will be used in STEP 2 when writing the scripts and storyboards. </a:t>
            </a:r>
          </a:p>
          <a:p>
            <a:pPr marL="171450" indent="-171450">
              <a:buFont typeface="Arial" charset="0"/>
              <a:buChar char="•"/>
            </a:pPr>
            <a:r>
              <a:rPr lang="en-US" altLang="en-US" sz="1100" baseline="0"/>
              <a:t>This slide is to be used to direct the writing of “must-have dialogue lines” and storyboard outlines, to ensure coherency, plot info exposition, and proper character tone. </a:t>
            </a:r>
          </a:p>
          <a:p>
            <a:pPr marL="171450" indent="-171450">
              <a:buFont typeface="Arial" charset="0"/>
              <a:buChar char="•"/>
            </a:pPr>
            <a:r>
              <a:rPr lang="en-US" altLang="en-US" sz="1100" baseline="0"/>
              <a:t>This slide must be written by narrative designers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171450" indent="-171450">
              <a:buFont typeface="Arial" charset="0"/>
              <a:buChar char="•"/>
            </a:pPr>
            <a:r>
              <a:rPr lang="en-US" altLang="en-US" sz="1100"/>
              <a:t>This slide is the “narrative key</a:t>
            </a:r>
            <a:r>
              <a:rPr lang="en-US" altLang="en-US" sz="1100" baseline="0"/>
              <a:t> points” of the missions, the key intentions that will be used in STEP 2 when writing the scripts and storyboards. </a:t>
            </a:r>
          </a:p>
          <a:p>
            <a:pPr marL="171450" indent="-171450">
              <a:buFont typeface="Arial" charset="0"/>
              <a:buChar char="•"/>
            </a:pPr>
            <a:r>
              <a:rPr lang="en-US" altLang="en-US" sz="1100" baseline="0"/>
              <a:t>This slide is to be used to direct the writing of “must-have dialogue lines” and storyboard outlines, to ensure coherency, plot info exposition, and proper character tone. </a:t>
            </a:r>
          </a:p>
          <a:p>
            <a:pPr marL="171450" indent="-171450">
              <a:buFont typeface="Arial" charset="0"/>
              <a:buChar char="•"/>
            </a:pPr>
            <a:r>
              <a:rPr lang="en-US" altLang="en-US" sz="1100" baseline="0"/>
              <a:t>This slide must be written by narrative designers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a:t>A map</a:t>
            </a:r>
            <a:r>
              <a:rPr lang="en-US" altLang="en-US" baseline="0"/>
              <a:t> of the mission location is great to already have if possible (even if rough &amp; vague at this STEP 1). This is just an example, not the right map for mission 1.</a:t>
            </a:r>
          </a:p>
          <a:p>
            <a:r>
              <a:rPr lang="en-US" altLang="en-US" baseline="0"/>
              <a:t>If not available yet, it would have to be made at start of STEP 2</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sz="1100"/>
              <a:t>* This slide is the “level design summary</a:t>
            </a:r>
            <a:r>
              <a:rPr lang="en-US" altLang="en-US" sz="1100" baseline="0"/>
              <a:t>” of the mission, the key intentions and structure that will be used in STEP 2 to build the “mission skeleton” and work on LD </a:t>
            </a:r>
          </a:p>
          <a:p>
            <a:r>
              <a:rPr lang="en-US" altLang="en-US" sz="1100"/>
              <a:t>* This slide must be build by level</a:t>
            </a:r>
            <a:r>
              <a:rPr lang="en-US" altLang="en-US" sz="1100" baseline="0"/>
              <a:t> designers + narrative designers working together</a:t>
            </a:r>
            <a:endParaRPr lang="en-US" altLang="en-US"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171450" indent="-171450">
              <a:buFont typeface="Arial" charset="0"/>
              <a:buChar char="•"/>
            </a:pPr>
            <a:r>
              <a:rPr lang="en-US" altLang="en-US" sz="1100"/>
              <a:t>This slide is the “narrative key</a:t>
            </a:r>
            <a:r>
              <a:rPr lang="en-US" altLang="en-US" sz="1100" baseline="0"/>
              <a:t> points” of the missions, the key intentions that will be used in STEP 2 when writing the scripts and storyboards. </a:t>
            </a:r>
          </a:p>
          <a:p>
            <a:pPr marL="171450" indent="-171450">
              <a:buFont typeface="Arial" charset="0"/>
              <a:buChar char="•"/>
            </a:pPr>
            <a:r>
              <a:rPr lang="en-US" altLang="en-US" sz="1100" baseline="0"/>
              <a:t>This slide is to be used to direct the writing of “must-have dialogue lines” and storyboard outlines, to ensure coherency, plot info exposition, and proper character tone. </a:t>
            </a:r>
          </a:p>
          <a:p>
            <a:pPr marL="171450" indent="-171450">
              <a:buFont typeface="Arial" charset="0"/>
              <a:buChar char="•"/>
            </a:pPr>
            <a:r>
              <a:rPr lang="en-US" altLang="en-US" sz="1100" baseline="0"/>
              <a:t>This slide must be written by narrative designers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a:t>This slide is to localize in</a:t>
            </a:r>
            <a:r>
              <a:rPr lang="en-US" altLang="en-US" baseline="0"/>
              <a:t> which region of the OW the mission is, and in which area of that region, with maps</a:t>
            </a:r>
          </a:p>
          <a:p>
            <a:r>
              <a:rPr lang="en-US" altLang="en-US" baseline="0"/>
              <a:t>Note: examples from ACM of full OW map “world overview” to region’s sector zoomed-in map are below TDM examples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a:t>Each</a:t>
            </a:r>
            <a:r>
              <a:rPr lang="en-US" altLang="en-US" baseline="0"/>
              <a:t> region of the OW should have such “region ID sheet” created, so it is then easier to reference the mission location. </a:t>
            </a:r>
          </a:p>
          <a:p>
            <a:r>
              <a:rPr lang="en-US" altLang="en-US" baseline="0"/>
              <a:t>The “region ID” is basically a high-level version of the mission’s location outline.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a:t>Visual</a:t>
            </a:r>
            <a:r>
              <a:rPr lang="en-US" altLang="en-US" baseline="0"/>
              <a:t> references of the region’s biome and typical human presence in the region (fields, mines, cities, villages, etc) should be provided</a:t>
            </a:r>
          </a:p>
          <a:p>
            <a:r>
              <a:rPr lang="en-US" altLang="en-US" baseline="0"/>
              <a:t>Such boards as you already provided are perfect for that</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a:t>Each specific</a:t>
            </a:r>
            <a:r>
              <a:rPr lang="en-US" altLang="en-US" baseline="0"/>
              <a:t> location used in the mission should be referenced with such slide.</a:t>
            </a:r>
          </a:p>
          <a:p>
            <a:r>
              <a:rPr lang="en-US" altLang="en-US" baseline="0"/>
              <a:t>Normal missions happen in only one location, but since this is the first mission of the game, its mission design should also cover its questgiver location (JTF checkpoint).</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en-US"/>
              <a:t>Each specific</a:t>
            </a:r>
            <a:r>
              <a:rPr lang="en-US" altLang="en-US" baseline="0"/>
              <a:t> location used in the mission should be referenced with such slide.</a:t>
            </a:r>
          </a:p>
          <a:p>
            <a:r>
              <a:rPr lang="en-US" altLang="en-US" baseline="0"/>
              <a:t>Normal missions happen in only one location, but since this is the first mission of the game, its mission design should also cover its questgiver location (JTF checkpoint).</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5_Titre et contenu">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a:xfrm>
            <a:off x="457200" y="843558"/>
            <a:ext cx="8229600" cy="3816423"/>
          </a:xfrm>
          <a:prstGeom prst="rect">
            <a:avLst/>
          </a:prstGeom>
        </p:spPr>
        <p:txBody>
          <a:bodyPr/>
          <a:lstStyle>
            <a:lvl1pPr marL="342900" lvl="0" indent="-342900" algn="l" defTabSz="914400">
              <a:lnSpc>
                <a:spcPct val="80000"/>
              </a:lnSpc>
              <a:spcBef>
                <a:spcPct val="20000"/>
              </a:spcBef>
              <a:buFont typeface="Calibri" charset="0"/>
              <a:buChar char="-"/>
              <a:defRPr lang="fr-FR" altLang="fr-FR" sz="1600" b="1" i="0" kern="1200">
                <a:solidFill>
                  <a:schemeClr val="tx1"/>
                </a:solidFill>
                <a:latin typeface="Calibri"/>
                <a:ea typeface="+mj-ea"/>
              </a:defRPr>
            </a:lvl1pPr>
            <a:lvl2pPr marL="800100" lvl="1" indent="-342900">
              <a:buFont typeface="Courier New" charset="0"/>
              <a:buChar char="o"/>
              <a:defRPr lang="fr-FR" altLang="fr-FR" sz="1400" kern="1200">
                <a:solidFill>
                  <a:schemeClr val="tx1"/>
                </a:solidFill>
                <a:latin typeface="Calibri"/>
                <a:ea typeface="+mj-ea"/>
              </a:defRPr>
            </a:lvl2pPr>
            <a:lvl3pPr marL="1257300" lvl="2" indent="-342900">
              <a:buFont typeface="Arial" charset="0"/>
              <a:buChar char="•"/>
              <a:defRPr lang="fr-FR" altLang="fr-FR" sz="1200" kern="1200">
                <a:solidFill>
                  <a:schemeClr val="tx1"/>
                </a:solidFill>
                <a:latin typeface="Calibri"/>
                <a:ea typeface="+mj-ea"/>
              </a:defRPr>
            </a:lvl3pPr>
            <a:lvl4pPr marL="1600200" lvl="3" indent="-228600">
              <a:buFont typeface="Courier New" charset="0"/>
              <a:buChar char="o"/>
              <a:defRPr sz="1100">
                <a:latin typeface="Calibri"/>
              </a:defRPr>
            </a:lvl4pPr>
            <a:lvl5pPr lvl="4">
              <a:defRPr sz="1400">
                <a:latin typeface="Univers Com 59 UltraCondensed"/>
              </a:defRPr>
            </a:lvl5pPr>
          </a:lstStyle>
          <a:p>
            <a:pPr lvl="0"/>
            <a:r>
              <a:rPr lang="fr-FR" altLang="fr-FR"/>
              <a:t>Cliquez pour modifier les styles du texte du masque</a:t>
            </a:r>
          </a:p>
          <a:p>
            <a:pPr lvl="1"/>
            <a:r>
              <a:rPr lang="fr-FR" altLang="fr-FR"/>
              <a:t>Dfdfgfdg</a:t>
            </a:r>
          </a:p>
          <a:p>
            <a:pPr lvl="2"/>
            <a:r>
              <a:rPr lang="fr-FR" altLang="fr-FR"/>
              <a:t>Gfdggfgdg</a:t>
            </a:r>
          </a:p>
          <a:p>
            <a:pPr lvl="3"/>
            <a:r>
              <a:rPr lang="fr-FR" altLang="fr-FR"/>
              <a:t>hghhghghgh</a:t>
            </a:r>
          </a:p>
        </p:txBody>
      </p:sp>
      <p:sp>
        <p:nvSpPr>
          <p:cNvPr id="11" name="Titre 1"/>
          <p:cNvSpPr>
            <a:spLocks noGrp="1"/>
          </p:cNvSpPr>
          <p:nvPr>
            <p:ph type="title"/>
          </p:nvPr>
        </p:nvSpPr>
        <p:spPr>
          <a:xfrm>
            <a:off x="52869" y="51506"/>
            <a:ext cx="7687483" cy="576028"/>
          </a:xfrm>
          <a:prstGeom prst="rect">
            <a:avLst/>
          </a:prstGeom>
        </p:spPr>
        <p:txBody>
          <a:bodyPr/>
          <a:lstStyle>
            <a:lvl1pPr lvl="0" algn="l">
              <a:defRPr lang="fr-FR" altLang="fr-FR" sz="3600" b="1" kern="1200" baseline="0">
                <a:solidFill>
                  <a:schemeClr val="accent3">
                    <a:lumMod val="75000"/>
                  </a:schemeClr>
                </a:solidFill>
                <a:latin typeface="Calibri"/>
                <a:ea typeface="+mj-ea"/>
              </a:defRPr>
            </a:lvl1pPr>
          </a:lstStyle>
          <a:p>
            <a:endParaRPr lang="fr-FR" alt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6_Titre et contenu">
    <p:spTree>
      <p:nvGrpSpPr>
        <p:cNvPr id="1" name=""/>
        <p:cNvGrpSpPr/>
        <p:nvPr/>
      </p:nvGrpSpPr>
      <p:grpSpPr>
        <a:xfrm>
          <a:off x="0" y="0"/>
          <a:ext cx="0" cy="0"/>
          <a:chOff x="0" y="0"/>
          <a:chExt cx="0" cy="0"/>
        </a:xfrm>
      </p:grpSpPr>
      <p:sp>
        <p:nvSpPr>
          <p:cNvPr id="11" name="Titre 1"/>
          <p:cNvSpPr>
            <a:spLocks noGrp="1"/>
          </p:cNvSpPr>
          <p:nvPr>
            <p:ph type="title"/>
          </p:nvPr>
        </p:nvSpPr>
        <p:spPr>
          <a:xfrm>
            <a:off x="52869" y="51506"/>
            <a:ext cx="7687483" cy="576028"/>
          </a:xfrm>
          <a:prstGeom prst="rect">
            <a:avLst/>
          </a:prstGeom>
        </p:spPr>
        <p:txBody>
          <a:bodyPr/>
          <a:lstStyle>
            <a:lvl1pPr lvl="0" algn="l">
              <a:defRPr lang="fr-FR" altLang="fr-FR" sz="3600" b="1" kern="1200" baseline="0">
                <a:solidFill>
                  <a:srgbClr val="AF533D"/>
                </a:solidFill>
                <a:latin typeface="Calibri"/>
                <a:ea typeface="+mj-ea"/>
              </a:defRPr>
            </a:lvl1pPr>
          </a:lstStyle>
          <a:p>
            <a:endParaRPr lang="fr-FR" altLang="fr-FR"/>
          </a:p>
        </p:txBody>
      </p:sp>
      <p:sp>
        <p:nvSpPr>
          <p:cNvPr id="4" name="Espace réservé du contenu 2"/>
          <p:cNvSpPr>
            <a:spLocks noGrp="1"/>
          </p:cNvSpPr>
          <p:nvPr>
            <p:ph idx="1" hasCustomPrompt="1"/>
          </p:nvPr>
        </p:nvSpPr>
        <p:spPr>
          <a:xfrm>
            <a:off x="457200" y="843558"/>
            <a:ext cx="8229600" cy="3816423"/>
          </a:xfrm>
          <a:prstGeom prst="rect">
            <a:avLst/>
          </a:prstGeom>
        </p:spPr>
        <p:txBody>
          <a:bodyPr/>
          <a:lstStyle>
            <a:lvl1pPr marL="342900" lvl="0" indent="-342900" algn="l" defTabSz="914400">
              <a:lnSpc>
                <a:spcPct val="80000"/>
              </a:lnSpc>
              <a:spcBef>
                <a:spcPct val="20000"/>
              </a:spcBef>
              <a:buFont typeface="Calibri" charset="0"/>
              <a:buChar char="-"/>
              <a:defRPr lang="fr-FR" altLang="fr-FR" sz="1600" b="1" i="0" kern="1200">
                <a:solidFill>
                  <a:schemeClr val="tx1"/>
                </a:solidFill>
                <a:latin typeface="Calibri"/>
                <a:ea typeface="+mj-ea"/>
              </a:defRPr>
            </a:lvl1pPr>
            <a:lvl2pPr marL="800100" lvl="1" indent="-342900">
              <a:buFont typeface="Courier New" charset="0"/>
              <a:buChar char="o"/>
              <a:defRPr lang="fr-FR" altLang="fr-FR" sz="1400" kern="1200">
                <a:solidFill>
                  <a:schemeClr val="tx1"/>
                </a:solidFill>
                <a:latin typeface="Calibri"/>
                <a:ea typeface="+mj-ea"/>
              </a:defRPr>
            </a:lvl2pPr>
            <a:lvl3pPr marL="1257300" lvl="2" indent="-342900">
              <a:buFont typeface="Arial" charset="0"/>
              <a:buChar char="•"/>
              <a:defRPr lang="fr-FR" altLang="fr-FR" sz="1200" kern="1200">
                <a:solidFill>
                  <a:schemeClr val="tx1"/>
                </a:solidFill>
                <a:latin typeface="Calibri"/>
                <a:ea typeface="+mj-ea"/>
              </a:defRPr>
            </a:lvl3pPr>
            <a:lvl4pPr marL="1600200" lvl="3" indent="-228600">
              <a:buFont typeface="Courier New" charset="0"/>
              <a:buChar char="o"/>
              <a:defRPr sz="1100">
                <a:latin typeface="Calibri"/>
              </a:defRPr>
            </a:lvl4pPr>
            <a:lvl5pPr lvl="4">
              <a:defRPr sz="1400">
                <a:latin typeface="Univers Com 59 UltraCondensed"/>
              </a:defRPr>
            </a:lvl5pPr>
          </a:lstStyle>
          <a:p>
            <a:pPr lvl="0"/>
            <a:r>
              <a:rPr lang="fr-FR" altLang="fr-FR"/>
              <a:t>Cliquez pour modifier les styles du texte du masque</a:t>
            </a:r>
          </a:p>
          <a:p>
            <a:pPr lvl="1"/>
            <a:r>
              <a:rPr lang="fr-FR" altLang="fr-FR"/>
              <a:t>Dfdfgfdg</a:t>
            </a:r>
          </a:p>
          <a:p>
            <a:pPr lvl="2"/>
            <a:r>
              <a:rPr lang="fr-FR" altLang="fr-FR"/>
              <a:t>Gfdggfgdg</a:t>
            </a:r>
          </a:p>
          <a:p>
            <a:pPr lvl="3"/>
            <a:r>
              <a:rPr lang="fr-FR" altLang="fr-FR"/>
              <a:t>hghhghghgh</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7_Titre et contenu">
    <p:spTree>
      <p:nvGrpSpPr>
        <p:cNvPr id="1" name=""/>
        <p:cNvGrpSpPr/>
        <p:nvPr/>
      </p:nvGrpSpPr>
      <p:grpSpPr>
        <a:xfrm>
          <a:off x="0" y="0"/>
          <a:ext cx="0" cy="0"/>
          <a:chOff x="0" y="0"/>
          <a:chExt cx="0" cy="0"/>
        </a:xfrm>
      </p:grpSpPr>
      <p:sp>
        <p:nvSpPr>
          <p:cNvPr id="11" name="Titre 1"/>
          <p:cNvSpPr>
            <a:spLocks noGrp="1"/>
          </p:cNvSpPr>
          <p:nvPr>
            <p:ph type="title"/>
          </p:nvPr>
        </p:nvSpPr>
        <p:spPr>
          <a:xfrm>
            <a:off x="52869" y="51506"/>
            <a:ext cx="7687483" cy="576028"/>
          </a:xfrm>
          <a:prstGeom prst="rect">
            <a:avLst/>
          </a:prstGeom>
        </p:spPr>
        <p:txBody>
          <a:bodyPr/>
          <a:lstStyle>
            <a:lvl1pPr lvl="0" algn="l">
              <a:defRPr lang="fr-FR" altLang="fr-FR" sz="3600" b="1" kern="1200" baseline="0">
                <a:solidFill>
                  <a:srgbClr val="AF533D"/>
                </a:solidFill>
                <a:latin typeface="Calibri"/>
                <a:ea typeface="+mj-ea"/>
              </a:defRPr>
            </a:lvl1pPr>
          </a:lstStyle>
          <a:p>
            <a:endParaRPr lang="fr-FR" alt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Vide">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ver_Dark">
    <p:bg>
      <p:bgPr>
        <a:blipFill rotWithShape="1">
          <a:blip r:embed="rId2"/>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_Dark">
    <p:bg>
      <p:bgPr>
        <a:blipFill rotWithShape="1">
          <a:blip r:embed="rId2"/>
          <a:stretch/>
        </a:blipFill>
        <a:effectLst/>
      </p:bgPr>
    </p:bg>
    <p:spTree>
      <p:nvGrpSpPr>
        <p:cNvPr id="1" name=""/>
        <p:cNvGrpSpPr/>
        <p:nvPr/>
      </p:nvGrpSpPr>
      <p:grpSpPr>
        <a:xfrm>
          <a:off x="0" y="0"/>
          <a:ext cx="0" cy="0"/>
          <a:chOff x="0" y="0"/>
          <a:chExt cx="0" cy="0"/>
        </a:xfrm>
      </p:grpSpPr>
      <p:sp>
        <p:nvSpPr>
          <p:cNvPr id="4" name="Espace réservé du texte 3"/>
          <p:cNvSpPr>
            <a:spLocks noGrp="1"/>
          </p:cNvSpPr>
          <p:nvPr>
            <p:ph type="body" idx="10" hasCustomPrompt="1"/>
          </p:nvPr>
        </p:nvSpPr>
        <p:spPr>
          <a:xfrm>
            <a:off x="1115616" y="433112"/>
            <a:ext cx="5256584" cy="712946"/>
          </a:xfrm>
          <a:prstGeom prst="rect">
            <a:avLst/>
          </a:prstGeom>
        </p:spPr>
        <p:txBody>
          <a:bodyPr anchor="b"/>
          <a:lstStyle>
            <a:lvl1pPr marL="0" lvl="0" indent="0">
              <a:buNone/>
              <a:defRPr sz="3240" b="1" spc="45" baseline="0">
                <a:solidFill>
                  <a:schemeClr val="bg1"/>
                </a:solidFill>
                <a:latin typeface="Calibri"/>
              </a:defRPr>
            </a:lvl1pPr>
          </a:lstStyle>
          <a:p>
            <a:pPr lvl="0"/>
            <a:r>
              <a:rPr lang="fr-FR" altLang="fr-FR"/>
              <a:t>PUT YOUR TITLE HERE</a:t>
            </a:r>
            <a:endParaRPr lang="fr-CA" altLang="fr-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_Dark">
    <p:bg>
      <p:bgPr>
        <a:blipFill rotWithShape="1">
          <a:blip r:embed="rId2"/>
          <a:stretch/>
        </a:blipFill>
        <a:effectLst/>
      </p:bgPr>
    </p:bg>
    <p:spTree>
      <p:nvGrpSpPr>
        <p:cNvPr id="1" name=""/>
        <p:cNvGrpSpPr/>
        <p:nvPr/>
      </p:nvGrpSpPr>
      <p:grpSpPr>
        <a:xfrm>
          <a:off x="0" y="0"/>
          <a:ext cx="0" cy="0"/>
          <a:chOff x="0" y="0"/>
          <a:chExt cx="0" cy="0"/>
        </a:xfrm>
      </p:grpSpPr>
      <p:sp>
        <p:nvSpPr>
          <p:cNvPr id="9" name="Titre 5"/>
          <p:cNvSpPr>
            <a:spLocks noGrp="1"/>
          </p:cNvSpPr>
          <p:nvPr>
            <p:ph type="title" hasCustomPrompt="1"/>
          </p:nvPr>
        </p:nvSpPr>
        <p:spPr>
          <a:xfrm>
            <a:off x="1046064" y="692341"/>
            <a:ext cx="7310636" cy="346338"/>
          </a:xfrm>
          <a:prstGeom prst="rect">
            <a:avLst/>
          </a:prstGeom>
        </p:spPr>
        <p:txBody>
          <a:bodyPr/>
          <a:lstStyle>
            <a:lvl1pPr lvl="0">
              <a:defRPr sz="1800" b="1" spc="45" baseline="0">
                <a:solidFill>
                  <a:srgbClr val="FFFFFF"/>
                </a:solidFill>
                <a:latin typeface="Calibri"/>
              </a:defRPr>
            </a:lvl1pPr>
          </a:lstStyle>
          <a:p>
            <a:r>
              <a:rPr lang="fr-FR" altLang="fr-FR"/>
              <a:t>PUT YOUR SLIDE TITLE HERE</a:t>
            </a:r>
            <a:endParaRPr lang="fr-CA" altLang="fr-CA"/>
          </a:p>
        </p:txBody>
      </p:sp>
      <p:sp>
        <p:nvSpPr>
          <p:cNvPr id="10" name="Espace réservé du texte 7"/>
          <p:cNvSpPr>
            <a:spLocks noGrp="1"/>
          </p:cNvSpPr>
          <p:nvPr>
            <p:ph type="body" idx="10" hasCustomPrompt="1"/>
          </p:nvPr>
        </p:nvSpPr>
        <p:spPr>
          <a:xfrm>
            <a:off x="1043608" y="1441512"/>
            <a:ext cx="7310636" cy="3009646"/>
          </a:xfrm>
          <a:prstGeom prst="rect">
            <a:avLst/>
          </a:prstGeom>
        </p:spPr>
        <p:txBody>
          <a:bodyPr/>
          <a:lstStyle>
            <a:lvl1pPr marL="0" lvl="0" indent="0">
              <a:buNone/>
              <a:defRPr sz="1440" baseline="0">
                <a:solidFill>
                  <a:srgbClr val="FFFFFF"/>
                </a:solidFill>
                <a:latin typeface="Calibri"/>
              </a:defRPr>
            </a:lvl1pPr>
            <a:lvl2pPr marL="457196" lvl="1" indent="0">
              <a:buNone/>
            </a:lvl2pPr>
            <a:lvl3pPr marL="914391" lvl="2" indent="0">
              <a:buNone/>
            </a:lvl3pPr>
            <a:lvl4pPr marL="1371587" lvl="3" indent="0">
              <a:buNone/>
            </a:lvl4pPr>
            <a:lvl5pPr marL="1828782" lvl="4" indent="0">
              <a:buNone/>
            </a:lvl5pPr>
          </a:lstStyle>
          <a:p>
            <a:pPr lvl="0"/>
            <a:r>
              <a:rPr lang="fr-FR" altLang="fr-FR"/>
              <a:t>Put your content here.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Content_Dark">
    <p:bg>
      <p:bgPr>
        <a:blipFill rotWithShape="1">
          <a:blip r:embed="rId2"/>
          <a:stretch/>
        </a:blipFill>
        <a:effectLst/>
      </p:bgPr>
    </p:bg>
    <p:spTree>
      <p:nvGrpSpPr>
        <p:cNvPr id="1" name=""/>
        <p:cNvGrpSpPr/>
        <p:nvPr/>
      </p:nvGrpSpPr>
      <p:grpSpPr>
        <a:xfrm>
          <a:off x="0" y="0"/>
          <a:ext cx="0" cy="0"/>
          <a:chOff x="0" y="0"/>
          <a:chExt cx="0" cy="0"/>
        </a:xfrm>
      </p:grpSpPr>
      <p:sp>
        <p:nvSpPr>
          <p:cNvPr id="9" name="Titre 5"/>
          <p:cNvSpPr>
            <a:spLocks noGrp="1"/>
          </p:cNvSpPr>
          <p:nvPr>
            <p:ph type="title" hasCustomPrompt="1"/>
          </p:nvPr>
        </p:nvSpPr>
        <p:spPr>
          <a:xfrm>
            <a:off x="107504" y="123478"/>
            <a:ext cx="8784976" cy="504056"/>
          </a:xfrm>
          <a:prstGeom prst="rect">
            <a:avLst/>
          </a:prstGeom>
        </p:spPr>
        <p:txBody>
          <a:bodyPr/>
          <a:lstStyle>
            <a:lvl1pPr lvl="0">
              <a:defRPr sz="3600" b="1" spc="45" baseline="0">
                <a:solidFill>
                  <a:srgbClr val="FFFFFF"/>
                </a:solidFill>
                <a:latin typeface="Calibri"/>
              </a:defRPr>
            </a:lvl1pPr>
          </a:lstStyle>
          <a:p>
            <a:r>
              <a:rPr lang="fr-FR" altLang="fr-FR"/>
              <a:t>PUT YOUR SLIDE TITLE HERE</a:t>
            </a:r>
            <a:endParaRPr lang="fr-CA" altLang="fr-CA"/>
          </a:p>
        </p:txBody>
      </p:sp>
      <p:sp>
        <p:nvSpPr>
          <p:cNvPr id="10" name="Espace réservé du texte 7"/>
          <p:cNvSpPr>
            <a:spLocks noGrp="1"/>
          </p:cNvSpPr>
          <p:nvPr>
            <p:ph type="body" idx="10" hasCustomPrompt="1"/>
          </p:nvPr>
        </p:nvSpPr>
        <p:spPr>
          <a:xfrm>
            <a:off x="683568" y="1059582"/>
            <a:ext cx="7776864" cy="3672408"/>
          </a:xfrm>
          <a:prstGeom prst="rect">
            <a:avLst/>
          </a:prstGeom>
        </p:spPr>
        <p:txBody>
          <a:bodyPr/>
          <a:lstStyle>
            <a:lvl1pPr marL="268288" lvl="0" indent="-268288">
              <a:buFont typeface="Wingdings" charset="2"/>
              <a:buChar char="§"/>
              <a:defRPr sz="1600" baseline="0">
                <a:solidFill>
                  <a:schemeClr val="bg1"/>
                </a:solidFill>
                <a:latin typeface="Calibri"/>
              </a:defRPr>
            </a:lvl1pPr>
            <a:lvl2pPr marL="625475" lvl="1" indent="-268288">
              <a:buFont typeface="Wingdings" charset="2"/>
              <a:buChar char="§"/>
              <a:defRPr sz="1400">
                <a:solidFill>
                  <a:schemeClr val="bg1"/>
                </a:solidFill>
                <a:latin typeface="Calibri"/>
              </a:defRPr>
            </a:lvl2pPr>
            <a:lvl3pPr marL="893763" lvl="2" indent="-260350">
              <a:buFont typeface="Arial" charset="0"/>
              <a:buChar char="•"/>
              <a:defRPr sz="1200">
                <a:solidFill>
                  <a:schemeClr val="bg1"/>
                </a:solidFill>
                <a:latin typeface="Calibri"/>
              </a:defRPr>
            </a:lvl3pPr>
            <a:lvl4pPr marL="1371587" lvl="3" indent="0">
              <a:buNone/>
            </a:lvl4pPr>
            <a:lvl5pPr marL="1828782" lvl="4" indent="0">
              <a:buNone/>
            </a:lvl5pPr>
          </a:lstStyle>
          <a:p>
            <a:pPr lvl="0"/>
            <a:r>
              <a:rPr lang="fr-FR" altLang="fr-FR"/>
              <a:t>Put your content here</a:t>
            </a:r>
          </a:p>
          <a:p>
            <a:pPr lvl="1"/>
            <a:r>
              <a:rPr lang="fr-FR" altLang="fr-FR"/>
              <a:t>Hkhkjhkjh</a:t>
            </a:r>
          </a:p>
          <a:p>
            <a:pPr lvl="2"/>
            <a:r>
              <a:rPr lang="fr-FR" altLang="fr-FR"/>
              <a:t>hjkjhk</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BLAN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prstGeom prst="rect">
            <a:avLst/>
          </a:prstGeom>
        </p:spPr>
        <p:txBody>
          <a:bodyPr/>
          <a:lstStyle>
            <a:lvl1pPr lvl="0" algn="l">
              <a:defRPr>
                <a:latin typeface="Primal"/>
              </a:defRPr>
            </a:lvl1pPr>
          </a:lstStyle>
          <a:p>
            <a:r>
              <a:rPr lang="fr-FR" altLang="fr-FR"/>
              <a:t>CLIQUEZ POUR MODIFIER LE STYLE DU TITRE</a:t>
            </a:r>
          </a:p>
        </p:txBody>
      </p:sp>
      <p:sp>
        <p:nvSpPr>
          <p:cNvPr id="3" name="Espace réservé du contenu 2"/>
          <p:cNvSpPr>
            <a:spLocks noGrp="1"/>
          </p:cNvSpPr>
          <p:nvPr>
            <p:ph idx="1"/>
          </p:nvPr>
        </p:nvSpPr>
        <p:spPr>
          <a:prstGeom prst="rect">
            <a:avLst/>
          </a:prstGeom>
        </p:spPr>
        <p:txBody>
          <a:bodyPr/>
          <a:lstStyle>
            <a:lvl1pPr lvl="0">
              <a:defRPr sz="2400" b="1" i="1">
                <a:latin typeface="Primal"/>
              </a:defRPr>
            </a:lvl1pPr>
            <a:lvl2pPr lvl="1">
              <a:defRPr>
                <a:latin typeface="Primal"/>
              </a:defRPr>
            </a:lvl2pPr>
            <a:lvl3pPr lvl="2">
              <a:defRPr>
                <a:latin typeface="Primal"/>
              </a:defRPr>
            </a:lvl3pPr>
            <a:lvl4pPr lvl="3">
              <a:defRPr>
                <a:latin typeface="Primal"/>
              </a:defRPr>
            </a:lvl4pPr>
            <a:lvl5pPr lvl="4">
              <a:defRPr>
                <a:latin typeface="Primal"/>
              </a:defRPr>
            </a:lvl5p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Main Titl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p:blipFill>
        <p:spPr>
          <a:xfrm>
            <a:off x="4420746" y="4876006"/>
            <a:ext cx="302508" cy="252610"/>
          </a:xfrm>
          <a:prstGeom prst="rect">
            <a:avLst/>
          </a:prstGeom>
        </p:spPr>
      </p:pic>
      <p:pic>
        <p:nvPicPr>
          <p:cNvPr id="4" name="Picture 3"/>
          <p:cNvPicPr>
            <a:picLocks noChangeAspect="1"/>
          </p:cNvPicPr>
          <p:nvPr/>
        </p:nvPicPr>
        <p:blipFill>
          <a:blip r:embed="rId3"/>
          <a:stretch/>
        </p:blipFill>
        <p:spPr>
          <a:xfrm>
            <a:off x="0" y="0"/>
            <a:ext cx="9144000" cy="5143500"/>
          </a:xfrm>
          <a:prstGeom prst="rect">
            <a:avLst/>
          </a:prstGeom>
        </p:spPr>
      </p:pic>
      <p:sp>
        <p:nvSpPr>
          <p:cNvPr id="7" name="Title 1"/>
          <p:cNvSpPr>
            <a:spLocks noGrp="1"/>
          </p:cNvSpPr>
          <p:nvPr>
            <p:ph type="title" hasCustomPrompt="1"/>
          </p:nvPr>
        </p:nvSpPr>
        <p:spPr>
          <a:xfrm>
            <a:off x="1954186" y="3219822"/>
            <a:ext cx="5308654" cy="332563"/>
          </a:xfrm>
          <a:prstGeom prst="rect">
            <a:avLst/>
          </a:prstGeom>
        </p:spPr>
        <p:txBody>
          <a:bodyPr anchor="ctr"/>
          <a:lstStyle>
            <a:lvl1pPr lvl="0" algn="ctr">
              <a:defRPr sz="1800" b="0" spc="300">
                <a:latin typeface="Primal"/>
              </a:defRPr>
            </a:lvl1pPr>
          </a:lstStyle>
          <a:p>
            <a:r>
              <a:rPr lang="en-US" altLang="en-US"/>
              <a:t>ADD TITLE</a:t>
            </a:r>
            <a:endParaRPr lang="fr-CA" altLang="fr-CA"/>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0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9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4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3_Section Tit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600">
                <a:latin typeface="Primal"/>
              </a:defRPr>
            </a:lvl1pPr>
          </a:lstStyle>
          <a:p>
            <a:r>
              <a:rPr lang="en-US" altLang="en-US"/>
              <a:t>ADD SECTION TITLE</a:t>
            </a:r>
            <a:endParaRPr lang="fr-CA" altLang="fr-CA"/>
          </a:p>
        </p:txBody>
      </p:sp>
      <p:pic>
        <p:nvPicPr>
          <p:cNvPr id="4" name="Picture 3"/>
          <p:cNvPicPr>
            <a:picLocks noChangeAspect="1"/>
          </p:cNvPicPr>
          <p:nvPr/>
        </p:nvPicPr>
        <p:blipFill>
          <a:blip r:embed="rId2"/>
          <a:stretch/>
        </p:blipFill>
        <p:spPr>
          <a:xfrm>
            <a:off x="4420746" y="4876006"/>
            <a:ext cx="302508" cy="25261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Two">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187564"/>
            <a:ext cx="4244280" cy="3394472"/>
          </a:xfrm>
          <a:prstGeom prst="rect">
            <a:avLst/>
          </a:prstGeom>
        </p:spPr>
        <p:txBody>
          <a:bodyPr/>
          <a:lstStyle>
            <a:lvl1pPr lvl="0">
              <a:defRPr sz="1800">
                <a:latin typeface="Primal"/>
              </a:defRPr>
            </a:lvl1pPr>
            <a:lvl2pPr lvl="1">
              <a:defRPr sz="1600">
                <a:latin typeface="Primal"/>
              </a:defRPr>
            </a:lvl2pPr>
            <a:lvl3pPr lvl="2">
              <a:defRPr sz="1400">
                <a:latin typeface="Primal"/>
              </a:defRPr>
            </a:lvl3pPr>
            <a:lvl4pPr lvl="3">
              <a:defRPr sz="1200">
                <a:latin typeface="Primal"/>
              </a:defRPr>
            </a:lvl4pPr>
            <a:lvl5pPr lvl="4">
              <a:defRPr sz="1000">
                <a:latin typeface="Primal"/>
              </a:defRPr>
            </a:lvl5pPr>
            <a:lvl6pPr lvl="5">
              <a:defRPr sz="1800"/>
            </a:lvl6pPr>
            <a:lvl7pPr lvl="6">
              <a:defRPr sz="1800"/>
            </a:lvl7pPr>
            <a:lvl8pPr lvl="7">
              <a:defRPr sz="1800"/>
            </a:lvl8pPr>
            <a:lvl9pPr lvl="8">
              <a:defRPr sz="1800"/>
            </a:lvl9p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fr-CA" altLang="fr-CA"/>
          </a:p>
        </p:txBody>
      </p:sp>
      <p:sp>
        <p:nvSpPr>
          <p:cNvPr id="4" name="Content Placeholder 3"/>
          <p:cNvSpPr>
            <a:spLocks noGrp="1"/>
          </p:cNvSpPr>
          <p:nvPr>
            <p:ph idx="2"/>
          </p:nvPr>
        </p:nvSpPr>
        <p:spPr>
          <a:xfrm>
            <a:off x="4648200" y="1187564"/>
            <a:ext cx="4244280" cy="3394472"/>
          </a:xfrm>
          <a:prstGeom prst="rect">
            <a:avLst/>
          </a:prstGeom>
        </p:spPr>
        <p:txBody>
          <a:bodyPr/>
          <a:lstStyle>
            <a:lvl1pPr lvl="0">
              <a:defRPr sz="1800">
                <a:latin typeface="Primal"/>
              </a:defRPr>
            </a:lvl1pPr>
            <a:lvl2pPr lvl="1">
              <a:defRPr sz="1600">
                <a:latin typeface="Primal"/>
              </a:defRPr>
            </a:lvl2pPr>
            <a:lvl3pPr lvl="2">
              <a:defRPr sz="1400">
                <a:latin typeface="Primal"/>
              </a:defRPr>
            </a:lvl3pPr>
            <a:lvl4pPr lvl="3">
              <a:defRPr sz="1200">
                <a:latin typeface="Primal"/>
              </a:defRPr>
            </a:lvl4pPr>
            <a:lvl5pPr lvl="4">
              <a:defRPr sz="1000">
                <a:latin typeface="Primal"/>
              </a:defRPr>
            </a:lvl5pPr>
            <a:lvl6pPr lvl="5">
              <a:defRPr sz="1800"/>
            </a:lvl6pPr>
            <a:lvl7pPr lvl="6">
              <a:defRPr sz="1800"/>
            </a:lvl7pPr>
            <a:lvl8pPr lvl="7">
              <a:defRPr sz="1800"/>
            </a:lvl8pPr>
            <a:lvl9pPr lvl="8">
              <a:defRPr sz="1800"/>
            </a:lvl9p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fr-CA" altLang="fr-CA"/>
          </a:p>
        </p:txBody>
      </p:sp>
      <p:sp>
        <p:nvSpPr>
          <p:cNvPr id="8"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9" name="Text Placeholder 2"/>
          <p:cNvSpPr>
            <a:spLocks noGrp="1"/>
          </p:cNvSpPr>
          <p:nvPr>
            <p:ph type="body" idx="13" hasCustomPrompt="1"/>
          </p:nvPr>
        </p:nvSpPr>
        <p:spPr>
          <a:xfrm>
            <a:off x="252000" y="783426"/>
            <a:ext cx="864000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pic>
        <p:nvPicPr>
          <p:cNvPr id="6" name="Picture 5"/>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1520" y="1187005"/>
            <a:ext cx="4245868" cy="479822"/>
          </a:xfrm>
          <a:prstGeom prst="rect">
            <a:avLst/>
          </a:prstGeom>
        </p:spPr>
        <p:txBody>
          <a:bodyPr anchor="b"/>
          <a:lstStyle>
            <a:lvl1pPr marL="0" lvl="0" indent="0">
              <a:buNone/>
              <a:defRPr sz="2400" b="1">
                <a:latin typeface="Primal"/>
              </a:defRPr>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fr-FR" altLang="fr-FR"/>
              <a:t>Modifiez les styles du texte du masque</a:t>
            </a:r>
          </a:p>
        </p:txBody>
      </p:sp>
      <p:sp>
        <p:nvSpPr>
          <p:cNvPr id="4" name="Content Placeholder 3"/>
          <p:cNvSpPr>
            <a:spLocks noGrp="1"/>
          </p:cNvSpPr>
          <p:nvPr>
            <p:ph idx="2"/>
          </p:nvPr>
        </p:nvSpPr>
        <p:spPr>
          <a:xfrm>
            <a:off x="251520" y="1678702"/>
            <a:ext cx="4245868" cy="2963466"/>
          </a:xfrm>
          <a:prstGeom prst="rect">
            <a:avLst/>
          </a:prstGeom>
        </p:spPr>
        <p:txBody>
          <a:bodyPr/>
          <a:lstStyle>
            <a:lvl1pPr lvl="0">
              <a:defRPr sz="1800">
                <a:latin typeface="Primal"/>
              </a:defRPr>
            </a:lvl1pPr>
            <a:lvl2pPr lvl="1">
              <a:defRPr sz="1600">
                <a:latin typeface="Primal"/>
              </a:defRPr>
            </a:lvl2pPr>
            <a:lvl3pPr lvl="2">
              <a:defRPr sz="1400">
                <a:latin typeface="Primal"/>
              </a:defRPr>
            </a:lvl3pPr>
            <a:lvl4pPr lvl="3">
              <a:defRPr sz="1200">
                <a:latin typeface="Primal"/>
              </a:defRPr>
            </a:lvl4pPr>
            <a:lvl5pPr lvl="4">
              <a:defRPr sz="1000">
                <a:latin typeface="Primal"/>
              </a:defRPr>
            </a:lvl5pPr>
            <a:lvl6pPr lvl="5">
              <a:defRPr sz="1600"/>
            </a:lvl6pPr>
            <a:lvl7pPr lvl="6">
              <a:defRPr sz="1600"/>
            </a:lvl7pPr>
            <a:lvl8pPr lvl="7">
              <a:defRPr sz="1600"/>
            </a:lvl8pPr>
            <a:lvl9pPr lvl="8">
              <a:defRPr sz="1600"/>
            </a:lvl9p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fr-CA" altLang="fr-CA"/>
          </a:p>
        </p:txBody>
      </p:sp>
      <p:sp>
        <p:nvSpPr>
          <p:cNvPr id="5" name="Text Placeholder 4"/>
          <p:cNvSpPr>
            <a:spLocks noGrp="1"/>
          </p:cNvSpPr>
          <p:nvPr>
            <p:ph type="body" idx="3"/>
          </p:nvPr>
        </p:nvSpPr>
        <p:spPr>
          <a:xfrm>
            <a:off x="4645028" y="1187005"/>
            <a:ext cx="4247452" cy="479822"/>
          </a:xfrm>
          <a:prstGeom prst="rect">
            <a:avLst/>
          </a:prstGeom>
        </p:spPr>
        <p:txBody>
          <a:bodyPr anchor="b"/>
          <a:lstStyle>
            <a:lvl1pPr marL="0" lvl="0" indent="0">
              <a:buNone/>
              <a:defRPr sz="2400" b="1">
                <a:latin typeface="Primal"/>
              </a:defRPr>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fr-FR" altLang="fr-FR"/>
              <a:t>Modifiez les styles du texte du masque</a:t>
            </a:r>
          </a:p>
        </p:txBody>
      </p:sp>
      <p:sp>
        <p:nvSpPr>
          <p:cNvPr id="6" name="Content Placeholder 5"/>
          <p:cNvSpPr>
            <a:spLocks noGrp="1"/>
          </p:cNvSpPr>
          <p:nvPr>
            <p:ph idx="4"/>
          </p:nvPr>
        </p:nvSpPr>
        <p:spPr>
          <a:xfrm>
            <a:off x="4645028" y="1678702"/>
            <a:ext cx="4247452" cy="2963466"/>
          </a:xfrm>
          <a:prstGeom prst="rect">
            <a:avLst/>
          </a:prstGeom>
        </p:spPr>
        <p:txBody>
          <a:bodyPr/>
          <a:lstStyle>
            <a:lvl1pPr lvl="0">
              <a:defRPr sz="1800">
                <a:latin typeface="Primal"/>
              </a:defRPr>
            </a:lvl1pPr>
            <a:lvl2pPr lvl="1">
              <a:defRPr sz="1600">
                <a:latin typeface="Primal"/>
              </a:defRPr>
            </a:lvl2pPr>
            <a:lvl3pPr lvl="2">
              <a:defRPr sz="1400">
                <a:latin typeface="Primal"/>
              </a:defRPr>
            </a:lvl3pPr>
            <a:lvl4pPr lvl="3">
              <a:defRPr sz="1200">
                <a:latin typeface="Primal"/>
              </a:defRPr>
            </a:lvl4pPr>
            <a:lvl5pPr lvl="4">
              <a:defRPr sz="1000">
                <a:latin typeface="Primal"/>
              </a:defRPr>
            </a:lvl5pPr>
            <a:lvl6pPr lvl="5">
              <a:defRPr sz="1600"/>
            </a:lvl6pPr>
            <a:lvl7pPr lvl="6">
              <a:defRPr sz="1600"/>
            </a:lvl7pPr>
            <a:lvl8pPr lvl="7">
              <a:defRPr sz="1600"/>
            </a:lvl8pPr>
            <a:lvl9pPr lvl="8">
              <a:defRPr sz="1600"/>
            </a:lvl9p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fr-CA" altLang="fr-CA"/>
          </a:p>
        </p:txBody>
      </p:sp>
      <p:sp>
        <p:nvSpPr>
          <p:cNvPr id="10"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11" name="Text Placeholder 2"/>
          <p:cNvSpPr>
            <a:spLocks noGrp="1"/>
          </p:cNvSpPr>
          <p:nvPr>
            <p:ph type="body" idx="13" hasCustomPrompt="1"/>
          </p:nvPr>
        </p:nvSpPr>
        <p:spPr>
          <a:xfrm>
            <a:off x="252000" y="783426"/>
            <a:ext cx="864000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pic>
        <p:nvPicPr>
          <p:cNvPr id="8" name="Picture 7"/>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ontent Txt">
    <p:spTree>
      <p:nvGrpSpPr>
        <p:cNvPr id="1" name=""/>
        <p:cNvGrpSpPr/>
        <p:nvPr/>
      </p:nvGrpSpPr>
      <p:grpSpPr>
        <a:xfrm>
          <a:off x="0" y="0"/>
          <a:ext cx="0" cy="0"/>
          <a:chOff x="0" y="0"/>
          <a:chExt cx="0" cy="0"/>
        </a:xfrm>
      </p:grpSpPr>
      <p:sp>
        <p:nvSpPr>
          <p:cNvPr id="9" name="Text Placeholder 8"/>
          <p:cNvSpPr>
            <a:spLocks noGrp="1"/>
          </p:cNvSpPr>
          <p:nvPr>
            <p:ph type="body" idx="12" hasCustomPrompt="1"/>
          </p:nvPr>
        </p:nvSpPr>
        <p:spPr>
          <a:xfrm>
            <a:off x="251520" y="1185784"/>
            <a:ext cx="8640480" cy="3474198"/>
          </a:xfrm>
          <a:prstGeom prst="rect">
            <a:avLst/>
          </a:prstGeom>
        </p:spPr>
        <p:txBody>
          <a:bodyPr/>
          <a:lstStyle>
            <a:lvl1pPr marL="0" lvl="0" indent="0">
              <a:buFontTx/>
              <a:buNone/>
              <a:defRPr>
                <a:latin typeface="Primal"/>
              </a:defRPr>
            </a:lvl1pPr>
            <a:lvl2pPr marL="457200" lvl="1" indent="0">
              <a:buFontTx/>
              <a:buNone/>
            </a:lvl2pPr>
            <a:lvl3pPr marL="914400" lvl="2" indent="0">
              <a:buFontTx/>
              <a:buNone/>
            </a:lvl3pPr>
            <a:lvl4pPr marL="1371600" lvl="3" indent="0">
              <a:buFontTx/>
              <a:buNone/>
            </a:lvl4pPr>
            <a:lvl5pPr marL="1828800" lvl="4" indent="0">
              <a:buFontTx/>
              <a:buNone/>
            </a:lvl5pPr>
          </a:lstStyle>
          <a:p>
            <a:pPr lvl="0"/>
            <a:r>
              <a:rPr lang="en-US" altLang="en-US"/>
              <a:t>ADD TXT CONTENT</a:t>
            </a:r>
            <a:endParaRPr lang="fr-CA" altLang="fr-CA"/>
          </a:p>
        </p:txBody>
      </p:sp>
      <p:sp>
        <p:nvSpPr>
          <p:cNvPr id="8"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10" name="Text Placeholder 2"/>
          <p:cNvSpPr>
            <a:spLocks noGrp="1"/>
          </p:cNvSpPr>
          <p:nvPr>
            <p:ph type="body" idx="13" hasCustomPrompt="1"/>
          </p:nvPr>
        </p:nvSpPr>
        <p:spPr>
          <a:xfrm>
            <a:off x="252000" y="783426"/>
            <a:ext cx="864000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pic>
        <p:nvPicPr>
          <p:cNvPr id="5" name="Picture 4"/>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ontent Txt Bulle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10" name="Text Placeholder 2"/>
          <p:cNvSpPr>
            <a:spLocks noGrp="1"/>
          </p:cNvSpPr>
          <p:nvPr>
            <p:ph type="body" idx="13" hasCustomPrompt="1"/>
          </p:nvPr>
        </p:nvSpPr>
        <p:spPr>
          <a:xfrm>
            <a:off x="251520" y="783426"/>
            <a:ext cx="864096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sp>
        <p:nvSpPr>
          <p:cNvPr id="3" name="Text Placeholder 2"/>
          <p:cNvSpPr>
            <a:spLocks noGrp="1"/>
          </p:cNvSpPr>
          <p:nvPr>
            <p:ph type="body" idx="14" hasCustomPrompt="1"/>
          </p:nvPr>
        </p:nvSpPr>
        <p:spPr>
          <a:xfrm>
            <a:off x="252000" y="1185097"/>
            <a:ext cx="8640000" cy="312471"/>
          </a:xfrm>
          <a:prstGeom prst="rect">
            <a:avLst/>
          </a:prstGeom>
        </p:spPr>
        <p:txBody>
          <a:bodyPr/>
          <a:lstStyle>
            <a:lvl1pPr marL="285750" lvl="0" indent="-285750">
              <a:buSzPct val="100000"/>
              <a:buFont typeface="Wingdings" charset="2"/>
              <a:buChar char="§"/>
              <a:defRPr sz="1600" baseline="0">
                <a:latin typeface="Primal"/>
              </a:defRPr>
            </a:lvl1pPr>
            <a:lvl2pPr marL="457200" lvl="1" indent="0">
              <a:buNone/>
            </a:lvl2pPr>
          </a:lstStyle>
          <a:p>
            <a:pPr lvl="0"/>
            <a:r>
              <a:rPr lang="en-US" altLang="en-US"/>
              <a:t>ADD TXT CONTENT</a:t>
            </a:r>
            <a:endParaRPr lang="fr-CA" altLang="fr-CA"/>
          </a:p>
        </p:txBody>
      </p:sp>
      <p:pic>
        <p:nvPicPr>
          <p:cNvPr id="5" name="Picture 4"/>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Picture and txt">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10" name="Text Placeholder 2"/>
          <p:cNvSpPr>
            <a:spLocks noGrp="1"/>
          </p:cNvSpPr>
          <p:nvPr>
            <p:ph type="body" idx="13" hasCustomPrompt="1"/>
          </p:nvPr>
        </p:nvSpPr>
        <p:spPr>
          <a:xfrm>
            <a:off x="252000" y="783426"/>
            <a:ext cx="864000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sp>
        <p:nvSpPr>
          <p:cNvPr id="3" name="Text Placeholder 2"/>
          <p:cNvSpPr>
            <a:spLocks noGrp="1"/>
          </p:cNvSpPr>
          <p:nvPr>
            <p:ph type="body" idx="14" hasCustomPrompt="1"/>
          </p:nvPr>
        </p:nvSpPr>
        <p:spPr>
          <a:xfrm>
            <a:off x="2796304" y="1185032"/>
            <a:ext cx="6096176" cy="393646"/>
          </a:xfrm>
          <a:prstGeom prst="rect">
            <a:avLst/>
          </a:prstGeom>
        </p:spPr>
        <p:txBody>
          <a:bodyPr/>
          <a:lstStyle>
            <a:lvl1pPr marL="0" lvl="0" indent="0" algn="ctr">
              <a:buFontTx/>
              <a:buNone/>
              <a:defRPr>
                <a:latin typeface="Primal"/>
              </a:defRPr>
            </a:lvl1pPr>
          </a:lstStyle>
          <a:p>
            <a:pPr lvl="0"/>
            <a:r>
              <a:rPr lang="en-US" altLang="en-US"/>
              <a:t>ADD HEADER</a:t>
            </a:r>
          </a:p>
        </p:txBody>
      </p:sp>
      <p:sp>
        <p:nvSpPr>
          <p:cNvPr id="11" name="Text Placeholder 2"/>
          <p:cNvSpPr>
            <a:spLocks noGrp="1"/>
          </p:cNvSpPr>
          <p:nvPr>
            <p:ph type="body" idx="15" hasCustomPrompt="1"/>
          </p:nvPr>
        </p:nvSpPr>
        <p:spPr>
          <a:xfrm>
            <a:off x="2795552" y="1587390"/>
            <a:ext cx="6096928" cy="2928576"/>
          </a:xfrm>
          <a:prstGeom prst="rect">
            <a:avLst/>
          </a:prstGeom>
        </p:spPr>
        <p:txBody>
          <a:bodyPr/>
          <a:lstStyle>
            <a:lvl1pPr marL="0" lvl="0" indent="0" algn="ctr">
              <a:buFontTx/>
              <a:buNone/>
              <a:defRPr baseline="0">
                <a:latin typeface="Primal"/>
              </a:defRPr>
            </a:lvl1pPr>
          </a:lstStyle>
          <a:p>
            <a:pPr lvl="0"/>
            <a:r>
              <a:rPr lang="en-US" altLang="en-US"/>
              <a:t>ADD TXT CONTENT</a:t>
            </a:r>
          </a:p>
        </p:txBody>
      </p:sp>
      <p:sp>
        <p:nvSpPr>
          <p:cNvPr id="14" name="Picture Placeholder 3"/>
          <p:cNvSpPr>
            <a:spLocks noGrp="1"/>
          </p:cNvSpPr>
          <p:nvPr>
            <p:ph type="pic" idx="24" hasCustomPrompt="1"/>
          </p:nvPr>
        </p:nvSpPr>
        <p:spPr>
          <a:xfrm>
            <a:off x="251520" y="1189938"/>
            <a:ext cx="2541600" cy="3326028"/>
          </a:xfrm>
          <a:prstGeom prst="rect">
            <a:avLst/>
          </a:prstGeom>
        </p:spPr>
        <p:txBody>
          <a:bodyPr anchor="ctr"/>
          <a:lstStyle>
            <a:lvl1pPr marL="0" lvl="0" indent="0" algn="ctr">
              <a:buFontTx/>
              <a:buNone/>
              <a:defRPr>
                <a:latin typeface="Primal"/>
              </a:defRPr>
            </a:lvl1pPr>
          </a:lstStyle>
          <a:p>
            <a:r>
              <a:rPr lang="fr-CA" altLang="fr-CA"/>
              <a:t>ADD PICTURE</a:t>
            </a:r>
          </a:p>
        </p:txBody>
      </p:sp>
      <p:pic>
        <p:nvPicPr>
          <p:cNvPr id="7" name="Picture 6"/>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Content Picture and txt bullet">
    <p:spTree>
      <p:nvGrpSpPr>
        <p:cNvPr id="1" name=""/>
        <p:cNvGrpSpPr/>
        <p:nvPr/>
      </p:nvGrpSpPr>
      <p:grpSpPr>
        <a:xfrm>
          <a:off x="0" y="0"/>
          <a:ext cx="0" cy="0"/>
          <a:chOff x="0" y="0"/>
          <a:chExt cx="0" cy="0"/>
        </a:xfrm>
      </p:grpSpPr>
      <p:sp>
        <p:nvSpPr>
          <p:cNvPr id="12" name="Text Placeholder 2"/>
          <p:cNvSpPr>
            <a:spLocks noGrp="1"/>
          </p:cNvSpPr>
          <p:nvPr>
            <p:ph type="body" idx="15" hasCustomPrompt="1"/>
          </p:nvPr>
        </p:nvSpPr>
        <p:spPr>
          <a:xfrm>
            <a:off x="2795552" y="1587390"/>
            <a:ext cx="6096928" cy="312471"/>
          </a:xfrm>
          <a:prstGeom prst="rect">
            <a:avLst/>
          </a:prstGeom>
        </p:spPr>
        <p:txBody>
          <a:bodyPr/>
          <a:lstStyle>
            <a:lvl1pPr marL="342900" lvl="0" indent="-342900">
              <a:buSzPct val="100000"/>
              <a:buFont typeface="Wingdings" charset="2"/>
              <a:buChar char="§"/>
              <a:defRPr sz="1600">
                <a:latin typeface="Primal"/>
              </a:defRPr>
            </a:lvl1pPr>
            <a:lvl2pPr marL="457200" lvl="1" indent="0">
              <a:buNone/>
            </a:lvl2pPr>
          </a:lstStyle>
          <a:p>
            <a:pPr lvl="0"/>
            <a:r>
              <a:rPr lang="en-US" altLang="en-US"/>
              <a:t>ADD TXT CONTENT</a:t>
            </a:r>
            <a:endParaRPr lang="fr-CA" altLang="fr-CA"/>
          </a:p>
        </p:txBody>
      </p:sp>
      <p:sp>
        <p:nvSpPr>
          <p:cNvPr id="22"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24" name="Text Placeholder 2"/>
          <p:cNvSpPr>
            <a:spLocks noGrp="1"/>
          </p:cNvSpPr>
          <p:nvPr>
            <p:ph type="body" idx="13" hasCustomPrompt="1"/>
          </p:nvPr>
        </p:nvSpPr>
        <p:spPr>
          <a:xfrm>
            <a:off x="252000" y="783426"/>
            <a:ext cx="864000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sp>
        <p:nvSpPr>
          <p:cNvPr id="21" name="Text Placeholder 2"/>
          <p:cNvSpPr>
            <a:spLocks noGrp="1"/>
          </p:cNvSpPr>
          <p:nvPr>
            <p:ph type="body" idx="14" hasCustomPrompt="1"/>
          </p:nvPr>
        </p:nvSpPr>
        <p:spPr>
          <a:xfrm>
            <a:off x="2796304" y="1185032"/>
            <a:ext cx="6096176" cy="393646"/>
          </a:xfrm>
          <a:prstGeom prst="rect">
            <a:avLst/>
          </a:prstGeom>
        </p:spPr>
        <p:txBody>
          <a:bodyPr/>
          <a:lstStyle>
            <a:lvl1pPr marL="0" lvl="0" indent="0" algn="ctr">
              <a:buFontTx/>
              <a:buNone/>
              <a:defRPr>
                <a:latin typeface="Primal"/>
              </a:defRPr>
            </a:lvl1pPr>
          </a:lstStyle>
          <a:p>
            <a:pPr lvl="0"/>
            <a:r>
              <a:rPr lang="en-US" altLang="en-US"/>
              <a:t>ADD HEADER</a:t>
            </a:r>
          </a:p>
        </p:txBody>
      </p:sp>
      <p:sp>
        <p:nvSpPr>
          <p:cNvPr id="23" name="Picture Placeholder 3"/>
          <p:cNvSpPr>
            <a:spLocks noGrp="1"/>
          </p:cNvSpPr>
          <p:nvPr>
            <p:ph type="pic" idx="24" hasCustomPrompt="1"/>
          </p:nvPr>
        </p:nvSpPr>
        <p:spPr>
          <a:xfrm>
            <a:off x="251520" y="1189938"/>
            <a:ext cx="2541600" cy="3326028"/>
          </a:xfrm>
          <a:prstGeom prst="rect">
            <a:avLst/>
          </a:prstGeom>
        </p:spPr>
        <p:txBody>
          <a:bodyPr anchor="ctr"/>
          <a:lstStyle>
            <a:lvl1pPr marL="0" lvl="0" indent="0" algn="ctr">
              <a:buFontTx/>
              <a:buNone/>
              <a:defRPr>
                <a:latin typeface="Primal"/>
              </a:defRPr>
            </a:lvl1pPr>
          </a:lstStyle>
          <a:p>
            <a:r>
              <a:rPr lang="fr-CA" altLang="fr-CA"/>
              <a:t>ADD PICTURE</a:t>
            </a:r>
          </a:p>
        </p:txBody>
      </p:sp>
      <p:pic>
        <p:nvPicPr>
          <p:cNvPr id="7" name="Picture 6"/>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Content Blank">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252000" y="206375"/>
            <a:ext cx="8640000" cy="565175"/>
          </a:xfrm>
          <a:prstGeom prst="rect">
            <a:avLst/>
          </a:prstGeom>
        </p:spPr>
        <p:txBody>
          <a:bodyPr anchor="ctr"/>
          <a:lstStyle>
            <a:lvl1pPr lvl="0">
              <a:defRPr sz="4000" spc="600">
                <a:latin typeface="Primal"/>
              </a:defRPr>
            </a:lvl1pPr>
          </a:lstStyle>
          <a:p>
            <a:r>
              <a:rPr lang="en-US" altLang="en-US"/>
              <a:t>ADD SECTION TITLE</a:t>
            </a:r>
            <a:endParaRPr lang="fr-CA" altLang="fr-CA"/>
          </a:p>
        </p:txBody>
      </p:sp>
      <p:sp>
        <p:nvSpPr>
          <p:cNvPr id="8" name="Text Placeholder 2"/>
          <p:cNvSpPr>
            <a:spLocks noGrp="1"/>
          </p:cNvSpPr>
          <p:nvPr>
            <p:ph type="body" idx="12" hasCustomPrompt="1"/>
          </p:nvPr>
        </p:nvSpPr>
        <p:spPr>
          <a:xfrm>
            <a:off x="252000" y="783426"/>
            <a:ext cx="8640000" cy="392111"/>
          </a:xfrm>
          <a:prstGeom prst="rect">
            <a:avLst/>
          </a:prstGeom>
        </p:spPr>
        <p:txBody>
          <a:bodyPr anchor="t">
            <a:normAutofit/>
          </a:bodyPr>
          <a:lstStyle>
            <a:lvl1pPr marL="0" lvl="0" indent="0">
              <a:buNone/>
              <a:defRPr sz="1600" baseline="0">
                <a:solidFill>
                  <a:srgbClr val="9C132E"/>
                </a:solidFill>
                <a:latin typeface="Primal"/>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pic>
        <p:nvPicPr>
          <p:cNvPr id="4" name="Picture 3"/>
          <p:cNvPicPr>
            <a:picLocks noChangeAspect="1"/>
          </p:cNvPicPr>
          <p:nvPr/>
        </p:nvPicPr>
        <p:blipFill>
          <a:blip r:embed="rId2"/>
          <a:stretch/>
        </p:blipFill>
        <p:spPr>
          <a:xfrm>
            <a:off x="8284412" y="4659982"/>
            <a:ext cx="859588" cy="483518"/>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6_Section Tittle">
    <p:bg>
      <p:bgPr>
        <a:blipFill rotWithShape="1">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2283718"/>
            <a:ext cx="7772400" cy="648072"/>
          </a:xfrm>
          <a:prstGeom prst="rect">
            <a:avLst/>
          </a:prstGeom>
        </p:spPr>
        <p:txBody>
          <a:bodyPr anchor="ctr"/>
          <a:lstStyle>
            <a:lvl1pPr lvl="0" algn="ctr">
              <a:defRPr sz="7200" b="0" spc="300">
                <a:latin typeface="TradeGothicFCO"/>
              </a:defRPr>
            </a:lvl1pPr>
          </a:lstStyle>
          <a:p>
            <a:r>
              <a:rPr lang="en-US" altLang="en-US"/>
              <a:t>SECTION TITLE</a:t>
            </a:r>
            <a:endParaRPr lang="fr-CA" altLang="fr-CA"/>
          </a:p>
        </p:txBody>
      </p:sp>
      <p:pic>
        <p:nvPicPr>
          <p:cNvPr id="4" name="Picture 3"/>
          <p:cNvPicPr>
            <a:picLocks noChangeAspect="1"/>
          </p:cNvPicPr>
          <p:nvPr/>
        </p:nvPicPr>
        <p:blipFill>
          <a:blip r:embed="rId3"/>
          <a:stretch/>
        </p:blipFill>
        <p:spPr>
          <a:xfrm>
            <a:off x="4420746" y="4876006"/>
            <a:ext cx="302508" cy="252610"/>
          </a:xfrm>
          <a:prstGeom prst="rect">
            <a:avLst/>
          </a:prstGeom>
        </p:spPr>
      </p:pic>
      <p:sp>
        <p:nvSpPr>
          <p:cNvPr id="5" name="Text Placeholder 2"/>
          <p:cNvSpPr>
            <a:spLocks noGrp="1"/>
          </p:cNvSpPr>
          <p:nvPr>
            <p:ph type="body" idx="13" hasCustomPrompt="1"/>
          </p:nvPr>
        </p:nvSpPr>
        <p:spPr>
          <a:xfrm>
            <a:off x="1001356" y="1891607"/>
            <a:ext cx="7141289" cy="392111"/>
          </a:xfrm>
          <a:prstGeom prst="rect">
            <a:avLst/>
          </a:prstGeom>
        </p:spPr>
        <p:txBody>
          <a:bodyPr anchor="ctr">
            <a:normAutofit/>
          </a:bodyPr>
          <a:lstStyle>
            <a:lvl1pPr marL="0" lvl="0" indent="0" algn="ctr">
              <a:buNone/>
              <a:defRPr sz="1200" spc="300" baseline="0">
                <a:solidFill>
                  <a:schemeClr val="accent2"/>
                </a:solidFill>
                <a:latin typeface="Open Sans"/>
                <a:ea typeface="Open Sans"/>
              </a:defRPr>
            </a:lvl1pPr>
            <a:lvl2pPr marL="457200" lvl="1" indent="0">
              <a:buNone/>
              <a:defRPr sz="1800">
                <a:solidFill>
                  <a:schemeClr val="tx1">
                    <a:tint val="75000"/>
                  </a:schemeClr>
                </a:solidFill>
              </a:defRPr>
            </a:lvl2pPr>
            <a:lvl3pPr marL="914400" lvl="2" indent="0">
              <a:buNone/>
              <a:defRPr sz="1600">
                <a:solidFill>
                  <a:schemeClr val="tx1">
                    <a:tint val="75000"/>
                  </a:schemeClr>
                </a:solidFill>
              </a:defRPr>
            </a:lvl3pPr>
            <a:lvl4pPr marL="1371600" lvl="3" indent="0">
              <a:buNone/>
              <a:defRPr sz="1400">
                <a:solidFill>
                  <a:schemeClr val="tx1">
                    <a:tint val="75000"/>
                  </a:schemeClr>
                </a:solidFill>
              </a:defRPr>
            </a:lvl4pPr>
            <a:lvl5pPr marL="1828800" lvl="4" indent="0">
              <a:buNone/>
              <a:defRPr sz="1400">
                <a:solidFill>
                  <a:schemeClr val="tx1">
                    <a:tint val="75000"/>
                  </a:schemeClr>
                </a:solidFill>
              </a:defRPr>
            </a:lvl5pPr>
            <a:lvl6pPr marL="2286000" lvl="5" indent="0">
              <a:buNone/>
              <a:defRPr sz="1400">
                <a:solidFill>
                  <a:schemeClr val="tx1">
                    <a:tint val="75000"/>
                  </a:schemeClr>
                </a:solidFill>
              </a:defRPr>
            </a:lvl6pPr>
            <a:lvl7pPr marL="2743200" lvl="6" indent="0">
              <a:buNone/>
              <a:defRPr sz="1400">
                <a:solidFill>
                  <a:schemeClr val="tx1">
                    <a:tint val="75000"/>
                  </a:schemeClr>
                </a:solidFill>
              </a:defRPr>
            </a:lvl7pPr>
            <a:lvl8pPr marL="3200400" lvl="7" indent="0">
              <a:buNone/>
              <a:defRPr sz="1400">
                <a:solidFill>
                  <a:schemeClr val="tx1">
                    <a:tint val="75000"/>
                  </a:schemeClr>
                </a:solidFill>
              </a:defRPr>
            </a:lvl8pPr>
            <a:lvl9pPr marL="3657600" lvl="8" indent="0">
              <a:buNone/>
              <a:defRPr sz="1400">
                <a:solidFill>
                  <a:schemeClr val="tx1">
                    <a:tint val="75000"/>
                  </a:schemeClr>
                </a:solidFill>
              </a:defRPr>
            </a:lvl9pPr>
          </a:lstStyle>
          <a:p>
            <a:pPr lvl="0"/>
            <a:r>
              <a:rPr lang="en-US" altLang="en-US"/>
              <a:t>Add Complementary Title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theme" Target="../theme/theme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Espace réservé du titre 37"/>
          <p:cNvSpPr>
            <a:spLocks noGrp="1"/>
          </p:cNvSpPr>
          <p:nvPr>
            <p:ph type="title"/>
          </p:nvPr>
        </p:nvSpPr>
        <p:spPr>
          <a:xfrm>
            <a:off x="457200" y="206375"/>
            <a:ext cx="8229600" cy="857250"/>
          </a:xfrm>
          <a:prstGeom prst="rect">
            <a:avLst/>
          </a:prstGeom>
        </p:spPr>
        <p:txBody>
          <a:bodyPr vert="horz" lIns="91440" tIns="45720" rIns="91440" bIns="45720" anchor="ctr">
            <a:normAutofit/>
          </a:bodyPr>
          <a:lstStyle/>
          <a:p>
            <a:r>
              <a:rPr lang="fr-FR" altLang="fr-FR"/>
              <a:t>Modifiez le style du titre</a:t>
            </a:r>
            <a:endParaRPr lang="en-US" altLang="en-US"/>
          </a:p>
        </p:txBody>
      </p:sp>
      <p:pic>
        <p:nvPicPr>
          <p:cNvPr id="5" name="Image 4"/>
          <p:cNvPicPr>
            <a:picLocks noChangeAspect="1"/>
          </p:cNvPicPr>
          <p:nvPr/>
        </p:nvPicPr>
        <p:blipFill rotWithShape="1">
          <a:blip r:embed="rId6"/>
          <a:stretch/>
        </p:blipFill>
        <p:spPr>
          <a:xfrm>
            <a:off x="63541" y="4731990"/>
            <a:ext cx="360040" cy="320036"/>
          </a:xfrm>
          <a:prstGeom prst="rect">
            <a:avLst/>
          </a:prstGeom>
        </p:spPr>
      </p:pic>
      <p:sp>
        <p:nvSpPr>
          <p:cNvPr id="4" name="Espace réservé du numéro de diapositive 5"/>
          <p:cNvSpPr txBox="1"/>
          <p:nvPr/>
        </p:nvSpPr>
        <p:spPr>
          <a:xfrm>
            <a:off x="8234064" y="4755086"/>
            <a:ext cx="802432" cy="273844"/>
          </a:xfrm>
          <a:prstGeom prst="rect">
            <a:avLst/>
          </a:prstGeom>
        </p:spPr>
        <p:txBody>
          <a:bodyPr vert="horz" lIns="91440" tIns="45720" rIns="91440" bIns="45720" anchor="ctr"/>
          <a:lstStyle>
            <a:lvl1pPr marL="0" lvl="0" algn="r" defTabSz="914400">
              <a:defRPr sz="1200" kern="1200">
                <a:solidFill>
                  <a:schemeClr val="tx1">
                    <a:tint val="75000"/>
                  </a:schemeClr>
                </a:solidFill>
                <a:latin typeface="Georgia"/>
                <a:ea typeface="+mn-ea"/>
              </a:defRPr>
            </a:lvl1pPr>
            <a:lvl2pPr marL="457200" lvl="1" algn="l" defTabSz="914400">
              <a:defRPr sz="1800" kern="1200">
                <a:solidFill>
                  <a:schemeClr val="tx1"/>
                </a:solidFill>
                <a:latin typeface="Georgia"/>
                <a:ea typeface="+mn-ea"/>
              </a:defRPr>
            </a:lvl2pPr>
            <a:lvl3pPr marL="914400" lvl="2" algn="l" defTabSz="914400">
              <a:defRPr sz="1800" kern="1200">
                <a:solidFill>
                  <a:schemeClr val="tx1"/>
                </a:solidFill>
                <a:latin typeface="Georgia"/>
                <a:ea typeface="+mn-ea"/>
              </a:defRPr>
            </a:lvl3pPr>
            <a:lvl4pPr marL="1371600" lvl="3" algn="l" defTabSz="914400">
              <a:defRPr sz="1800" kern="1200">
                <a:solidFill>
                  <a:schemeClr val="tx1"/>
                </a:solidFill>
                <a:latin typeface="Georgia"/>
                <a:ea typeface="+mn-ea"/>
              </a:defRPr>
            </a:lvl4pPr>
            <a:lvl5pPr marL="1828800" lvl="4" algn="l" defTabSz="914400">
              <a:defRPr sz="1800" kern="1200">
                <a:solidFill>
                  <a:schemeClr val="tx1"/>
                </a:solidFill>
                <a:latin typeface="Georgia"/>
                <a:ea typeface="+mn-ea"/>
              </a:defRPr>
            </a:lvl5pPr>
            <a:lvl6pPr marL="2286000" lvl="5" algn="l" defTabSz="914400">
              <a:defRPr sz="1800" kern="1200">
                <a:solidFill>
                  <a:schemeClr val="tx1"/>
                </a:solidFill>
                <a:latin typeface="Georgia"/>
                <a:ea typeface="+mn-ea"/>
              </a:defRPr>
            </a:lvl6pPr>
            <a:lvl7pPr marL="2743200" lvl="6" algn="l" defTabSz="914400">
              <a:defRPr sz="1800" kern="1200">
                <a:solidFill>
                  <a:schemeClr val="tx1"/>
                </a:solidFill>
                <a:latin typeface="Georgia"/>
                <a:ea typeface="+mn-ea"/>
              </a:defRPr>
            </a:lvl7pPr>
            <a:lvl8pPr marL="3200400" lvl="7" algn="l" defTabSz="914400">
              <a:defRPr sz="1800" kern="1200">
                <a:solidFill>
                  <a:schemeClr val="tx1"/>
                </a:solidFill>
                <a:latin typeface="Georgia"/>
                <a:ea typeface="+mn-ea"/>
              </a:defRPr>
            </a:lvl8pPr>
            <a:lvl9pPr marL="3657600" lvl="8" algn="l" defTabSz="914400">
              <a:defRPr sz="1800" kern="1200">
                <a:solidFill>
                  <a:schemeClr val="tx1"/>
                </a:solidFill>
                <a:latin typeface="Georgia"/>
                <a:ea typeface="+mn-ea"/>
              </a:defRPr>
            </a:lvl9pPr>
          </a:lstStyle>
          <a:p>
            <a:r>
              <a:rPr lang="fr-FR" altLang="fr-FR">
                <a:solidFill>
                  <a:srgbClr val="000000">
                    <a:tint val="75000"/>
                  </a:srgbClr>
                </a:solidFill>
                <a:latin typeface="Calibri"/>
              </a:rPr>
              <a: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lvl="0" algn="ctr" defTabSz="914400">
        <a:spcBef>
          <a:spcPct val="0"/>
        </a:spcBef>
        <a:buNone/>
        <a:defRPr lang="en-US" altLang="en-US" sz="4400" b="1" kern="1200" baseline="0">
          <a:solidFill>
            <a:schemeClr val="accent3"/>
          </a:solidFill>
          <a:latin typeface="Calibri"/>
          <a:ea typeface="+mj-ea"/>
        </a:defRPr>
      </a:lvl1pPr>
    </p:titleStyle>
    <p:bodyStyle>
      <a:lvl1pPr marL="342900" lvl="0" indent="-342900" algn="l" defTabSz="914400">
        <a:spcBef>
          <a:spcPct val="20000"/>
        </a:spcBef>
        <a:buFont typeface="Arial" charset="0"/>
        <a:buChar char="•"/>
        <a:defRPr sz="2400" b="1" i="1" kern="1200">
          <a:solidFill>
            <a:schemeClr val="tx1"/>
          </a:solidFill>
          <a:latin typeface="Georgia"/>
          <a:ea typeface="+mn-ea"/>
        </a:defRPr>
      </a:lvl1pPr>
      <a:lvl2pPr marL="742950" lvl="1" indent="-285750" algn="l" defTabSz="914400">
        <a:spcBef>
          <a:spcPct val="20000"/>
        </a:spcBef>
        <a:buFont typeface="Arial" charset="0"/>
        <a:buChar char="–"/>
        <a:defRPr sz="2800" kern="1200">
          <a:solidFill>
            <a:schemeClr val="tx1"/>
          </a:solidFill>
          <a:latin typeface="Georgia"/>
          <a:ea typeface="+mn-ea"/>
        </a:defRPr>
      </a:lvl2pPr>
      <a:lvl3pPr marL="1143000" lvl="2" indent="-228600" algn="l" defTabSz="914400">
        <a:spcBef>
          <a:spcPct val="20000"/>
        </a:spcBef>
        <a:buFont typeface="Arial" charset="0"/>
        <a:buChar char="•"/>
        <a:defRPr sz="2400" kern="1200">
          <a:solidFill>
            <a:schemeClr val="tx1"/>
          </a:solidFill>
          <a:latin typeface="Georgia"/>
          <a:ea typeface="+mn-ea"/>
        </a:defRPr>
      </a:lvl3pPr>
      <a:lvl4pPr marL="1600200" lvl="3" indent="-228600" algn="l" defTabSz="914400">
        <a:spcBef>
          <a:spcPct val="20000"/>
        </a:spcBef>
        <a:buFont typeface="Arial" charset="0"/>
        <a:buChar char="–"/>
        <a:defRPr sz="2000" kern="1200">
          <a:solidFill>
            <a:schemeClr val="tx1"/>
          </a:solidFill>
          <a:latin typeface="Georgia"/>
          <a:ea typeface="+mn-ea"/>
        </a:defRPr>
      </a:lvl4pPr>
      <a:lvl5pPr marL="2057400" lvl="4" indent="-228600" algn="l" defTabSz="914400">
        <a:spcBef>
          <a:spcPct val="20000"/>
        </a:spcBef>
        <a:buFont typeface="Arial" charset="0"/>
        <a:buChar char="»"/>
        <a:defRPr sz="2000" kern="1200">
          <a:solidFill>
            <a:schemeClr val="tx1"/>
          </a:solidFill>
          <a:latin typeface="Georgia"/>
          <a:ea typeface="+mn-ea"/>
        </a:defRPr>
      </a:lvl5pPr>
      <a:lvl6pPr marL="2514600" lvl="5" indent="-228600" algn="l" defTabSz="914400">
        <a:spcBef>
          <a:spcPct val="20000"/>
        </a:spcBef>
        <a:buFont typeface="Arial" charset="0"/>
        <a:buChar char="•"/>
        <a:defRPr sz="2000" kern="1200">
          <a:solidFill>
            <a:schemeClr val="tx1"/>
          </a:solidFill>
          <a:latin typeface="Georgia"/>
          <a:ea typeface="+mn-ea"/>
        </a:defRPr>
      </a:lvl6pPr>
      <a:lvl7pPr marL="2971800" lvl="6" indent="-228600" algn="l" defTabSz="914400">
        <a:spcBef>
          <a:spcPct val="20000"/>
        </a:spcBef>
        <a:buFont typeface="Arial" charset="0"/>
        <a:buChar char="•"/>
        <a:defRPr sz="2000" kern="1200">
          <a:solidFill>
            <a:schemeClr val="tx1"/>
          </a:solidFill>
          <a:latin typeface="Georgia"/>
          <a:ea typeface="+mn-ea"/>
        </a:defRPr>
      </a:lvl7pPr>
      <a:lvl8pPr marL="3429000" lvl="7" indent="-228600" algn="l" defTabSz="914400">
        <a:spcBef>
          <a:spcPct val="20000"/>
        </a:spcBef>
        <a:buFont typeface="Arial" charset="0"/>
        <a:buChar char="•"/>
        <a:defRPr sz="2000" kern="1200">
          <a:solidFill>
            <a:schemeClr val="tx1"/>
          </a:solidFill>
          <a:latin typeface="Georgia"/>
          <a:ea typeface="+mn-ea"/>
        </a:defRPr>
      </a:lvl8pPr>
      <a:lvl9pPr marL="3886200" lvl="8" indent="-228600" algn="l" defTabSz="914400">
        <a:spcBef>
          <a:spcPct val="20000"/>
        </a:spcBef>
        <a:buFont typeface="Arial" charset="0"/>
        <a:buChar char="•"/>
        <a:defRPr sz="2000" kern="1200">
          <a:solidFill>
            <a:schemeClr val="tx1"/>
          </a:solidFill>
          <a:latin typeface="Georgia"/>
          <a:ea typeface="+mn-ea"/>
        </a:defRPr>
      </a:lvl9pPr>
    </p:bodyStyle>
    <p:otherStyle>
      <a:lvl1pPr marL="0" lvl="0" algn="l" defTabSz="914400">
        <a:defRPr sz="1800" kern="1200">
          <a:solidFill>
            <a:schemeClr val="tx1"/>
          </a:solidFill>
          <a:latin typeface="Georgia"/>
          <a:ea typeface="+mn-ea"/>
        </a:defRPr>
      </a:lvl1pPr>
      <a:lvl2pPr marL="457200" lvl="1" algn="l" defTabSz="914400">
        <a:defRPr sz="1800" kern="1200">
          <a:solidFill>
            <a:schemeClr val="tx1"/>
          </a:solidFill>
          <a:latin typeface="Georgia"/>
          <a:ea typeface="+mn-ea"/>
        </a:defRPr>
      </a:lvl2pPr>
      <a:lvl3pPr marL="914400" lvl="2" algn="l" defTabSz="914400">
        <a:defRPr sz="1800" kern="1200">
          <a:solidFill>
            <a:schemeClr val="tx1"/>
          </a:solidFill>
          <a:latin typeface="Georgia"/>
          <a:ea typeface="+mn-ea"/>
        </a:defRPr>
      </a:lvl3pPr>
      <a:lvl4pPr marL="1371600" lvl="3" algn="l" defTabSz="914400">
        <a:defRPr sz="1800" kern="1200">
          <a:solidFill>
            <a:schemeClr val="tx1"/>
          </a:solidFill>
          <a:latin typeface="Georgia"/>
          <a:ea typeface="+mn-ea"/>
        </a:defRPr>
      </a:lvl4pPr>
      <a:lvl5pPr marL="1828800" lvl="4" algn="l" defTabSz="914400">
        <a:defRPr sz="1800" kern="1200">
          <a:solidFill>
            <a:schemeClr val="tx1"/>
          </a:solidFill>
          <a:latin typeface="Georgia"/>
          <a:ea typeface="+mn-ea"/>
        </a:defRPr>
      </a:lvl5pPr>
      <a:lvl6pPr marL="2286000" lvl="5" algn="l" defTabSz="914400">
        <a:defRPr sz="1800" kern="1200">
          <a:solidFill>
            <a:schemeClr val="tx1"/>
          </a:solidFill>
          <a:latin typeface="Georgia"/>
          <a:ea typeface="+mn-ea"/>
        </a:defRPr>
      </a:lvl6pPr>
      <a:lvl7pPr marL="2743200" lvl="6" algn="l" defTabSz="914400">
        <a:defRPr sz="1800" kern="1200">
          <a:solidFill>
            <a:schemeClr val="tx1"/>
          </a:solidFill>
          <a:latin typeface="Georgia"/>
          <a:ea typeface="+mn-ea"/>
        </a:defRPr>
      </a:lvl7pPr>
      <a:lvl8pPr marL="3200400" lvl="7" algn="l" defTabSz="914400">
        <a:defRPr sz="1800" kern="1200">
          <a:solidFill>
            <a:schemeClr val="tx1"/>
          </a:solidFill>
          <a:latin typeface="Georgia"/>
          <a:ea typeface="+mn-ea"/>
        </a:defRPr>
      </a:lvl8pPr>
      <a:lvl9pPr marL="3657600" lvl="8" algn="l" defTabSz="914400">
        <a:defRPr sz="1800" kern="1200">
          <a:solidFill>
            <a:schemeClr val="tx1"/>
          </a:solidFill>
          <a:latin typeface="Georgia"/>
          <a:ea typeface="+mn-ea"/>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Lst>
  <p:txStyles>
    <p:titleStyle>
      <a:lvl1pPr lvl="0" algn="l" defTabSz="914391">
        <a:lnSpc>
          <a:spcPct val="90000"/>
        </a:lnSpc>
        <a:spcBef>
          <a:spcPct val="0"/>
        </a:spcBef>
        <a:buNone/>
        <a:defRPr sz="4400" kern="1200">
          <a:solidFill>
            <a:schemeClr val="tx1"/>
          </a:solidFill>
          <a:latin typeface="DIN-Medium"/>
          <a:ea typeface="+mj-ea"/>
        </a:defRPr>
      </a:lvl1pPr>
    </p:titleStyle>
    <p:bodyStyle>
      <a:lvl1pPr marL="228597" lvl="0" indent="-228597" algn="l" defTabSz="914391">
        <a:lnSpc>
          <a:spcPct val="90000"/>
        </a:lnSpc>
        <a:spcBef>
          <a:spcPts val="1000"/>
        </a:spcBef>
        <a:buFont typeface="Arial" charset="0"/>
        <a:buChar char="•"/>
        <a:defRPr sz="2800" kern="1200">
          <a:solidFill>
            <a:schemeClr val="tx1"/>
          </a:solidFill>
          <a:latin typeface="DIN-Regular"/>
          <a:ea typeface="+mn-ea"/>
        </a:defRPr>
      </a:lvl1pPr>
      <a:lvl2pPr marL="685793" lvl="1" indent="-228597" algn="l" defTabSz="914391">
        <a:lnSpc>
          <a:spcPct val="90000"/>
        </a:lnSpc>
        <a:spcBef>
          <a:spcPts val="500"/>
        </a:spcBef>
        <a:buFont typeface="Arial" charset="0"/>
        <a:buChar char="•"/>
        <a:defRPr sz="2400" kern="1200">
          <a:solidFill>
            <a:schemeClr val="tx1"/>
          </a:solidFill>
          <a:latin typeface="DIN-Regular"/>
          <a:ea typeface="+mn-ea"/>
        </a:defRPr>
      </a:lvl2pPr>
      <a:lvl3pPr marL="1142988" lvl="2" indent="-228597" algn="l" defTabSz="914391">
        <a:lnSpc>
          <a:spcPct val="90000"/>
        </a:lnSpc>
        <a:spcBef>
          <a:spcPts val="500"/>
        </a:spcBef>
        <a:buFont typeface="Arial" charset="0"/>
        <a:buChar char="•"/>
        <a:defRPr sz="2000" kern="1200">
          <a:solidFill>
            <a:schemeClr val="tx1"/>
          </a:solidFill>
          <a:latin typeface="DIN-Regular"/>
          <a:ea typeface="+mn-ea"/>
        </a:defRPr>
      </a:lvl3pPr>
      <a:lvl4pPr marL="1600184" lvl="3" indent="-228597" algn="l" defTabSz="914391">
        <a:lnSpc>
          <a:spcPct val="90000"/>
        </a:lnSpc>
        <a:spcBef>
          <a:spcPts val="500"/>
        </a:spcBef>
        <a:buFont typeface="Arial" charset="0"/>
        <a:buChar char="•"/>
        <a:defRPr sz="1800" kern="1200">
          <a:solidFill>
            <a:schemeClr val="tx1"/>
          </a:solidFill>
          <a:latin typeface="DIN-Regular"/>
          <a:ea typeface="+mn-ea"/>
        </a:defRPr>
      </a:lvl4pPr>
      <a:lvl5pPr marL="2057379" lvl="4" indent="-228597" algn="l" defTabSz="914391">
        <a:lnSpc>
          <a:spcPct val="90000"/>
        </a:lnSpc>
        <a:spcBef>
          <a:spcPts val="500"/>
        </a:spcBef>
        <a:buFont typeface="Arial" charset="0"/>
        <a:buChar char="•"/>
        <a:defRPr sz="1800" kern="1200">
          <a:solidFill>
            <a:schemeClr val="tx1"/>
          </a:solidFill>
          <a:latin typeface="DIN-Regular"/>
          <a:ea typeface="+mn-ea"/>
        </a:defRPr>
      </a:lvl5pPr>
      <a:lvl6pPr marL="2514575" lvl="5" indent="-228597" algn="l" defTabSz="914391">
        <a:lnSpc>
          <a:spcPct val="90000"/>
        </a:lnSpc>
        <a:spcBef>
          <a:spcPts val="500"/>
        </a:spcBef>
        <a:buFont typeface="Arial" charset="0"/>
        <a:buChar char="•"/>
        <a:defRPr sz="1800" kern="1200">
          <a:solidFill>
            <a:schemeClr val="tx1"/>
          </a:solidFill>
          <a:latin typeface="DIN-Regular"/>
          <a:ea typeface="+mn-ea"/>
        </a:defRPr>
      </a:lvl6pPr>
      <a:lvl7pPr marL="2971770" lvl="6" indent="-228597" algn="l" defTabSz="914391">
        <a:lnSpc>
          <a:spcPct val="90000"/>
        </a:lnSpc>
        <a:spcBef>
          <a:spcPts val="500"/>
        </a:spcBef>
        <a:buFont typeface="Arial" charset="0"/>
        <a:buChar char="•"/>
        <a:defRPr sz="1800" kern="1200">
          <a:solidFill>
            <a:schemeClr val="tx1"/>
          </a:solidFill>
          <a:latin typeface="DIN-Regular"/>
          <a:ea typeface="+mn-ea"/>
        </a:defRPr>
      </a:lvl7pPr>
      <a:lvl8pPr marL="3428966" lvl="7" indent="-228597" algn="l" defTabSz="914391">
        <a:lnSpc>
          <a:spcPct val="90000"/>
        </a:lnSpc>
        <a:spcBef>
          <a:spcPts val="500"/>
        </a:spcBef>
        <a:buFont typeface="Arial" charset="0"/>
        <a:buChar char="•"/>
        <a:defRPr sz="1800" kern="1200">
          <a:solidFill>
            <a:schemeClr val="tx1"/>
          </a:solidFill>
          <a:latin typeface="DIN-Regular"/>
          <a:ea typeface="+mn-ea"/>
        </a:defRPr>
      </a:lvl8pPr>
      <a:lvl9pPr marL="3886161" lvl="8" indent="-228597" algn="l" defTabSz="914391">
        <a:lnSpc>
          <a:spcPct val="90000"/>
        </a:lnSpc>
        <a:spcBef>
          <a:spcPts val="500"/>
        </a:spcBef>
        <a:buFont typeface="Arial" charset="0"/>
        <a:buChar char="•"/>
        <a:defRPr sz="1800" kern="1200">
          <a:solidFill>
            <a:schemeClr val="tx1"/>
          </a:solidFill>
          <a:latin typeface="DIN-Regular"/>
          <a:ea typeface="+mn-ea"/>
        </a:defRPr>
      </a:lvl9pPr>
    </p:bodyStyle>
    <p:otherStyle>
      <a:lvl1pPr marL="0" lvl="0" algn="l" defTabSz="914391">
        <a:defRPr sz="1800" kern="1200">
          <a:solidFill>
            <a:schemeClr val="tx1"/>
          </a:solidFill>
          <a:latin typeface="DIN-Regular"/>
          <a:ea typeface="+mn-ea"/>
        </a:defRPr>
      </a:lvl1pPr>
      <a:lvl2pPr marL="457196" lvl="1" algn="l" defTabSz="914391">
        <a:defRPr sz="1800" kern="1200">
          <a:solidFill>
            <a:schemeClr val="tx1"/>
          </a:solidFill>
          <a:latin typeface="DIN-Regular"/>
          <a:ea typeface="+mn-ea"/>
        </a:defRPr>
      </a:lvl2pPr>
      <a:lvl3pPr marL="914391" lvl="2" algn="l" defTabSz="914391">
        <a:defRPr sz="1800" kern="1200">
          <a:solidFill>
            <a:schemeClr val="tx1"/>
          </a:solidFill>
          <a:latin typeface="DIN-Regular"/>
          <a:ea typeface="+mn-ea"/>
        </a:defRPr>
      </a:lvl3pPr>
      <a:lvl4pPr marL="1371587" lvl="3" algn="l" defTabSz="914391">
        <a:defRPr sz="1800" kern="1200">
          <a:solidFill>
            <a:schemeClr val="tx1"/>
          </a:solidFill>
          <a:latin typeface="DIN-Regular"/>
          <a:ea typeface="+mn-ea"/>
        </a:defRPr>
      </a:lvl4pPr>
      <a:lvl5pPr marL="1828782" lvl="4" algn="l" defTabSz="914391">
        <a:defRPr sz="1800" kern="1200">
          <a:solidFill>
            <a:schemeClr val="tx1"/>
          </a:solidFill>
          <a:latin typeface="DIN-Regular"/>
          <a:ea typeface="+mn-ea"/>
        </a:defRPr>
      </a:lvl5pPr>
      <a:lvl6pPr marL="2285978" lvl="5" algn="l" defTabSz="914391">
        <a:defRPr sz="1800" kern="1200">
          <a:solidFill>
            <a:schemeClr val="tx1"/>
          </a:solidFill>
          <a:latin typeface="DIN-Regular"/>
          <a:ea typeface="+mn-ea"/>
        </a:defRPr>
      </a:lvl6pPr>
      <a:lvl7pPr marL="2743173" lvl="6" algn="l" defTabSz="914391">
        <a:defRPr sz="1800" kern="1200">
          <a:solidFill>
            <a:schemeClr val="tx1"/>
          </a:solidFill>
          <a:latin typeface="DIN-Regular"/>
          <a:ea typeface="+mn-ea"/>
        </a:defRPr>
      </a:lvl7pPr>
      <a:lvl8pPr marL="3200368" lvl="7" algn="l" defTabSz="914391">
        <a:defRPr sz="1800" kern="1200">
          <a:solidFill>
            <a:schemeClr val="tx1"/>
          </a:solidFill>
          <a:latin typeface="DIN-Regular"/>
          <a:ea typeface="+mn-ea"/>
        </a:defRPr>
      </a:lvl8pPr>
      <a:lvl9pPr marL="3657563" lvl="8" algn="l" defTabSz="914391">
        <a:defRPr sz="1800" kern="1200">
          <a:solidFill>
            <a:schemeClr val="tx1"/>
          </a:solidFill>
          <a:latin typeface="DIN-Regular"/>
          <a:ea typeface="+mn-ea"/>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2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anchor="ctr"/>
          <a:lstStyle/>
          <a:p>
            <a:r>
              <a:rPr lang="fr-FR" altLang="fr-FR"/>
              <a:t>Modifiez le style du titre</a:t>
            </a:r>
            <a:endParaRPr lang="fr-CA" altLang="fr-CA"/>
          </a:p>
        </p:txBody>
      </p:sp>
      <p:sp>
        <p:nvSpPr>
          <p:cNvPr id="3" name="Text Placeholder 2"/>
          <p:cNvSpPr>
            <a:spLocks noGrp="1"/>
          </p:cNvSpPr>
          <p:nvPr>
            <p:ph type="body" idx="1"/>
          </p:nvPr>
        </p:nvSpPr>
        <p:spPr>
          <a:xfrm>
            <a:off x="457200" y="1337915"/>
            <a:ext cx="8229600" cy="3394075"/>
          </a:xfrm>
          <a:prstGeom prst="rect">
            <a:avLst/>
          </a:prstGeom>
        </p:spPr>
        <p:txBody>
          <a:bodyPr vert="horz" lIns="91440" tIns="45720" rIns="91440" bIns="45720">
            <a:normAutofit/>
          </a:body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fr-CA" altLang="fr-CA"/>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Lst>
  <p:txStyles>
    <p:titleStyle>
      <a:lvl1pPr lvl="0" algn="l" defTabSz="914400">
        <a:spcBef>
          <a:spcPct val="0"/>
        </a:spcBef>
        <a:buNone/>
        <a:defRPr sz="4000" kern="1200">
          <a:solidFill>
            <a:schemeClr val="bg1"/>
          </a:solidFill>
          <a:latin typeface="Primal"/>
          <a:ea typeface="+mj-ea"/>
        </a:defRPr>
      </a:lvl1pPr>
    </p:titleStyle>
    <p:bodyStyle>
      <a:lvl1pPr marL="342900" lvl="0" indent="-342900" algn="l" defTabSz="914400">
        <a:spcBef>
          <a:spcPct val="20000"/>
        </a:spcBef>
        <a:buFont typeface="Wingdings" charset="2"/>
        <a:buChar char="§"/>
        <a:defRPr sz="1800" kern="1200">
          <a:solidFill>
            <a:schemeClr val="bg1"/>
          </a:solidFill>
          <a:latin typeface="Primal"/>
          <a:ea typeface="+mn-ea"/>
        </a:defRPr>
      </a:lvl1pPr>
      <a:lvl2pPr marL="742950" lvl="1" indent="-285750" algn="l" defTabSz="914400">
        <a:spcBef>
          <a:spcPct val="20000"/>
        </a:spcBef>
        <a:buFont typeface="Wingdings" charset="2"/>
        <a:buChar char="§"/>
        <a:defRPr sz="1600" kern="1200">
          <a:solidFill>
            <a:schemeClr val="bg1"/>
          </a:solidFill>
          <a:latin typeface="Primal"/>
          <a:ea typeface="+mn-ea"/>
        </a:defRPr>
      </a:lvl2pPr>
      <a:lvl3pPr marL="1143000" lvl="2" indent="-228600" algn="l" defTabSz="914400">
        <a:spcBef>
          <a:spcPct val="20000"/>
        </a:spcBef>
        <a:buFont typeface="Wingdings" charset="2"/>
        <a:buChar char="§"/>
        <a:defRPr sz="1400" kern="1200">
          <a:solidFill>
            <a:schemeClr val="bg1"/>
          </a:solidFill>
          <a:latin typeface="Primal"/>
          <a:ea typeface="+mn-ea"/>
        </a:defRPr>
      </a:lvl3pPr>
      <a:lvl4pPr marL="1600200" lvl="3" indent="-228600" algn="l" defTabSz="914400">
        <a:spcBef>
          <a:spcPct val="20000"/>
        </a:spcBef>
        <a:buFont typeface="Wingdings" charset="2"/>
        <a:buChar char="§"/>
        <a:defRPr sz="1200" kern="1200">
          <a:solidFill>
            <a:schemeClr val="bg1"/>
          </a:solidFill>
          <a:latin typeface="Primal"/>
          <a:ea typeface="+mn-ea"/>
        </a:defRPr>
      </a:lvl4pPr>
      <a:lvl5pPr marL="2057400" lvl="4" indent="-228600" algn="l" defTabSz="914400">
        <a:spcBef>
          <a:spcPct val="20000"/>
        </a:spcBef>
        <a:buFont typeface="Wingdings" charset="2"/>
        <a:buChar char="§"/>
        <a:defRPr sz="1000" kern="1200">
          <a:solidFill>
            <a:schemeClr val="bg1"/>
          </a:solidFill>
          <a:latin typeface="Primal"/>
          <a:ea typeface="+mn-ea"/>
        </a:defRPr>
      </a:lvl5pPr>
      <a:lvl6pPr marL="2514600" lvl="5" indent="-228600" algn="l" defTabSz="914400">
        <a:spcBef>
          <a:spcPct val="20000"/>
        </a:spcBef>
        <a:buFont typeface="Arial" charset="0"/>
        <a:buChar char="•"/>
        <a:defRPr sz="2000" kern="1200">
          <a:solidFill>
            <a:schemeClr val="tx1"/>
          </a:solidFill>
          <a:latin typeface="TradeGothicFCO"/>
          <a:ea typeface="+mn-ea"/>
        </a:defRPr>
      </a:lvl6pPr>
      <a:lvl7pPr marL="2971800" lvl="6" indent="-228600" algn="l" defTabSz="914400">
        <a:spcBef>
          <a:spcPct val="20000"/>
        </a:spcBef>
        <a:buFont typeface="Arial" charset="0"/>
        <a:buChar char="•"/>
        <a:defRPr sz="2000" kern="1200">
          <a:solidFill>
            <a:schemeClr val="tx1"/>
          </a:solidFill>
          <a:latin typeface="TradeGothicFCO"/>
          <a:ea typeface="+mn-ea"/>
        </a:defRPr>
      </a:lvl7pPr>
      <a:lvl8pPr marL="3429000" lvl="7" indent="-228600" algn="l" defTabSz="914400">
        <a:spcBef>
          <a:spcPct val="20000"/>
        </a:spcBef>
        <a:buFont typeface="Arial" charset="0"/>
        <a:buChar char="•"/>
        <a:defRPr sz="2000" kern="1200">
          <a:solidFill>
            <a:schemeClr val="tx1"/>
          </a:solidFill>
          <a:latin typeface="TradeGothicFCO"/>
          <a:ea typeface="+mn-ea"/>
        </a:defRPr>
      </a:lvl8pPr>
      <a:lvl9pPr marL="3886200" lvl="8" indent="-228600" algn="l" defTabSz="914400">
        <a:spcBef>
          <a:spcPct val="20000"/>
        </a:spcBef>
        <a:buFont typeface="Arial" charset="0"/>
        <a:buChar char="•"/>
        <a:defRPr sz="2000" kern="1200">
          <a:solidFill>
            <a:schemeClr val="tx1"/>
          </a:solidFill>
          <a:latin typeface="TradeGothicFCO"/>
          <a:ea typeface="+mn-ea"/>
        </a:defRPr>
      </a:lvl9pPr>
    </p:bodyStyle>
    <p:otherStyle>
      <a:lvl1pPr marL="0" lvl="0" algn="l" defTabSz="914400">
        <a:defRPr sz="1800" kern="1200">
          <a:solidFill>
            <a:schemeClr val="tx1"/>
          </a:solidFill>
          <a:latin typeface="TradeGothicFCO"/>
          <a:ea typeface="+mn-ea"/>
        </a:defRPr>
      </a:lvl1pPr>
      <a:lvl2pPr marL="457200" lvl="1" algn="l" defTabSz="914400">
        <a:defRPr sz="1800" kern="1200">
          <a:solidFill>
            <a:schemeClr val="tx1"/>
          </a:solidFill>
          <a:latin typeface="TradeGothicFCO"/>
          <a:ea typeface="+mn-ea"/>
        </a:defRPr>
      </a:lvl2pPr>
      <a:lvl3pPr marL="914400" lvl="2" algn="l" defTabSz="914400">
        <a:defRPr sz="1800" kern="1200">
          <a:solidFill>
            <a:schemeClr val="tx1"/>
          </a:solidFill>
          <a:latin typeface="TradeGothicFCO"/>
          <a:ea typeface="+mn-ea"/>
        </a:defRPr>
      </a:lvl3pPr>
      <a:lvl4pPr marL="1371600" lvl="3" algn="l" defTabSz="914400">
        <a:defRPr sz="1800" kern="1200">
          <a:solidFill>
            <a:schemeClr val="tx1"/>
          </a:solidFill>
          <a:latin typeface="TradeGothicFCO"/>
          <a:ea typeface="+mn-ea"/>
        </a:defRPr>
      </a:lvl4pPr>
      <a:lvl5pPr marL="1828800" lvl="4" algn="l" defTabSz="914400">
        <a:defRPr sz="1800" kern="1200">
          <a:solidFill>
            <a:schemeClr val="tx1"/>
          </a:solidFill>
          <a:latin typeface="TradeGothicFCO"/>
          <a:ea typeface="+mn-ea"/>
        </a:defRPr>
      </a:lvl5pPr>
      <a:lvl6pPr marL="2286000" lvl="5" algn="l" defTabSz="914400">
        <a:defRPr sz="1800" kern="1200">
          <a:solidFill>
            <a:schemeClr val="tx1"/>
          </a:solidFill>
          <a:latin typeface="TradeGothicFCO"/>
          <a:ea typeface="+mn-ea"/>
        </a:defRPr>
      </a:lvl6pPr>
      <a:lvl7pPr marL="2743200" lvl="6" algn="l" defTabSz="914400">
        <a:defRPr sz="1800" kern="1200">
          <a:solidFill>
            <a:schemeClr val="tx1"/>
          </a:solidFill>
          <a:latin typeface="TradeGothicFCO"/>
          <a:ea typeface="+mn-ea"/>
        </a:defRPr>
      </a:lvl7pPr>
      <a:lvl8pPr marL="3200400" lvl="7" algn="l" defTabSz="914400">
        <a:defRPr sz="1800" kern="1200">
          <a:solidFill>
            <a:schemeClr val="tx1"/>
          </a:solidFill>
          <a:latin typeface="TradeGothicFCO"/>
          <a:ea typeface="+mn-ea"/>
        </a:defRPr>
      </a:lvl8pPr>
      <a:lvl9pPr marL="3657600" lvl="8" algn="l" defTabSz="914400">
        <a:defRPr sz="1800" kern="1200">
          <a:solidFill>
            <a:schemeClr val="tx1"/>
          </a:solidFill>
          <a:latin typeface="TradeGothicFCO"/>
          <a:ea typeface="+mn-e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8lSNNyHzmc4"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jpg"/><Relationship Id="rId10" Type="http://schemas.openxmlformats.org/officeDocument/2006/relationships/image" Target="../media/image28.jpg"/><Relationship Id="rId4" Type="http://schemas.openxmlformats.org/officeDocument/2006/relationships/image" Target="../media/image22.png"/><Relationship Id="rId9" Type="http://schemas.openxmlformats.org/officeDocument/2006/relationships/image" Target="../media/image2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00 MONTH 2017"/>
          <p:cNvSpPr txBox="1"/>
          <p:nvPr/>
        </p:nvSpPr>
        <p:spPr>
          <a:xfrm>
            <a:off x="3567517" y="4371950"/>
            <a:ext cx="2008967" cy="332655"/>
          </a:xfrm>
          <a:prstGeom prst="rect">
            <a:avLst/>
          </a:prstGeom>
          <a:noFill/>
          <a:ln>
            <a:noFill/>
          </a:ln>
        </p:spPr>
        <p:txBody>
          <a:bodyPr wrap="square" lIns="68569" tIns="68569" rIns="68569" bIns="68569" anchor="ctr" anchorCtr="0"/>
          <a:lstStyle>
            <a:lvl1pPr lvl="0" indent="0" algn="ctr" defTabSz="685800">
              <a:lnSpc>
                <a:spcPct val="100000"/>
              </a:lnSpc>
              <a:spcBef>
                <a:spcPts val="0"/>
              </a:spcBef>
              <a:spcAft>
                <a:spcPts val="0"/>
              </a:spcAft>
              <a:buClr>
                <a:srgbClr val="000000"/>
              </a:buClr>
              <a:buSzTx/>
              <a:buFont typeface="Arial"/>
              <a:buNone/>
              <a:defRPr sz="3300" b="1" i="0" u="none" strike="noStrike" spc="0" baseline="0">
                <a:solidFill>
                  <a:schemeClr val="bg1"/>
                </a:solidFill>
                <a:latin typeface="Calibri"/>
                <a:ea typeface="Trebuchet MS"/>
              </a:defRPr>
            </a:lvl1pPr>
            <a:lvl2pPr lvl="1">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r>
              <a:rPr lang="fr-FR" altLang="fr-FR" sz="1800" dirty="0"/>
              <a:t>29/04/202</a:t>
            </a:r>
            <a:r>
              <a:rPr lang="en-US" altLang="fr-FR" sz="1800" dirty="0"/>
              <a:t>5</a:t>
            </a:r>
            <a:endParaRPr lang="fr-FR" altLang="fr-FR" sz="1800" dirty="0"/>
          </a:p>
        </p:txBody>
      </p:sp>
      <p:sp>
        <p:nvSpPr>
          <p:cNvPr id="5" name="Google Shape;55;p13"/>
          <p:cNvSpPr txBox="1"/>
          <p:nvPr/>
        </p:nvSpPr>
        <p:spPr>
          <a:xfrm>
            <a:off x="792000" y="1231783"/>
            <a:ext cx="7559999" cy="1728192"/>
          </a:xfrm>
          <a:prstGeom prst="rect">
            <a:avLst/>
          </a:prstGeom>
          <a:noFill/>
          <a:ln>
            <a:noFill/>
          </a:ln>
        </p:spPr>
        <p:txBody>
          <a:bodyPr wrap="square" lIns="68569" tIns="68569" rIns="68569" bIns="68569" anchor="ctr" anchorCtr="0"/>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ctr" defTabSz="685800">
              <a:lnSpc>
                <a:spcPct val="100000"/>
              </a:lnSpc>
              <a:spcBef>
                <a:spcPts val="0"/>
              </a:spcBef>
              <a:spcAft>
                <a:spcPts val="0"/>
              </a:spcAft>
              <a:buClr>
                <a:srgbClr val="000000"/>
              </a:buClr>
              <a:buSzTx/>
              <a:buFont typeface="Arial"/>
              <a:buNone/>
            </a:pPr>
            <a:r>
              <a:rPr lang="zh-CN" altLang="en-US" sz="3300" b="1" dirty="0">
                <a:solidFill>
                  <a:schemeClr val="bg1"/>
                </a:solidFill>
                <a:latin typeface="Calibri"/>
                <a:ea typeface="Trebuchet MS"/>
              </a:rPr>
              <a:t>雷陨沙海</a:t>
            </a:r>
            <a:endParaRPr lang="en-US" altLang="en-US" sz="3300" b="1" i="0" u="none" strike="noStrike" kern="1200" spc="0" baseline="0" dirty="0">
              <a:solidFill>
                <a:schemeClr val="bg1"/>
              </a:solidFill>
              <a:latin typeface="Calibri"/>
              <a:ea typeface="Trebuchet MS"/>
            </a:endParaRPr>
          </a:p>
          <a:p>
            <a:pPr algn="ctr" defTabSz="685800"/>
            <a:endParaRPr lang="en-US" altLang="en-US" sz="1800" b="1" dirty="0">
              <a:solidFill>
                <a:schemeClr val="bg1"/>
              </a:solidFill>
              <a:latin typeface="Calibri"/>
              <a:ea typeface="Trebuchet MS"/>
            </a:endParaRPr>
          </a:p>
          <a:p>
            <a:pPr algn="ctr" defTabSz="685800"/>
            <a:r>
              <a:rPr lang="zh-CN" altLang="en-US" sz="2800" b="1" dirty="0">
                <a:solidFill>
                  <a:schemeClr val="bg1"/>
                </a:solidFill>
                <a:latin typeface="Calibri"/>
                <a:ea typeface="Trebuchet MS"/>
              </a:rPr>
              <a:t>关卡设计文档</a:t>
            </a:r>
            <a:endParaRPr lang="fr-FR" altLang="fr-FR" sz="2800" b="1" dirty="0">
              <a:solidFill>
                <a:schemeClr val="bg1"/>
              </a:solidFill>
              <a:latin typeface="Calibri"/>
              <a:ea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au 21"/>
          <p:cNvGraphicFramePr/>
          <p:nvPr>
            <p:extLst>
              <p:ext uri="{D42A27DB-BD31-4B8C-83A1-F6EECF244321}">
                <p14:modId xmlns:p14="http://schemas.microsoft.com/office/powerpoint/2010/main" val="1172094072"/>
              </p:ext>
            </p:extLst>
          </p:nvPr>
        </p:nvGraphicFramePr>
        <p:xfrm>
          <a:off x="183056" y="528017"/>
          <a:ext cx="5766382" cy="4330469"/>
        </p:xfrm>
        <a:graphic>
          <a:graphicData uri="http://schemas.openxmlformats.org/drawingml/2006/table">
            <a:tbl>
              <a:tblPr firstRow="1" bandRow="1">
                <a:tableStyleId>{37CE84F3-28C3-443E-9E96-99CF82512B78}</a:tableStyleId>
              </a:tblPr>
              <a:tblGrid>
                <a:gridCol w="5766382">
                  <a:extLst>
                    <a:ext uri="{9D8B030D-6E8A-4147-A177-3AD203B41FA5}">
                      <a16:colId xmlns:a16="http://schemas.microsoft.com/office/drawing/2014/main" val="20000"/>
                    </a:ext>
                  </a:extLst>
                </a:gridCol>
              </a:tblGrid>
              <a:tr h="233182">
                <a:tc>
                  <a:txBody>
                    <a:bodyPr/>
                    <a:lstStyle/>
                    <a:p>
                      <a:pPr marL="0" lvl="0" indent="0" algn="l" defTabSz="914391">
                        <a:lnSpc>
                          <a:spcPct val="100000"/>
                        </a:lnSpc>
                        <a:spcBef>
                          <a:spcPts val="0"/>
                        </a:spcBef>
                        <a:spcAft>
                          <a:spcPts val="0"/>
                        </a:spcAft>
                        <a:buClrTx/>
                        <a:buSzTx/>
                        <a:buFontTx/>
                        <a:buNone/>
                      </a:pPr>
                      <a:r>
                        <a:rPr lang="zh-CN" altLang="en-US" sz="1000" b="0" dirty="0">
                          <a:latin typeface="Calibri"/>
                        </a:rPr>
                        <a:t>区域概念</a:t>
                      </a:r>
                      <a:endParaRPr lang="en-CA" altLang="en-CA" sz="1000" b="0" dirty="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350994">
                <a:tc>
                  <a:txBody>
                    <a:bodyPr/>
                    <a:lstStyle/>
                    <a:p>
                      <a:pPr marL="0" indent="0" algn="ctr">
                        <a:lnSpc>
                          <a:spcPct val="150000"/>
                        </a:lnSpc>
                        <a:buFont typeface="Arial" charset="0"/>
                        <a:buNone/>
                      </a:pPr>
                      <a:r>
                        <a:rPr lang="zh-CN" altLang="en-US" sz="900" dirty="0">
                          <a:latin typeface="+mn-lt"/>
                        </a:rPr>
                        <a:t> </a:t>
                      </a:r>
                      <a:endParaRPr lang="en-US" altLang="zh-CN" sz="900" dirty="0">
                        <a:latin typeface="+mn-lt"/>
                      </a:endParaRPr>
                    </a:p>
                    <a:p>
                      <a:pPr marL="0" indent="0" algn="ctr">
                        <a:lnSpc>
                          <a:spcPct val="150000"/>
                        </a:lnSpc>
                        <a:buFont typeface="Arial" charset="0"/>
                        <a:buNone/>
                      </a:pPr>
                      <a:r>
                        <a:rPr lang="zh-CN" altLang="en-US" sz="900" dirty="0">
                          <a:latin typeface="+mn-lt"/>
                        </a:rPr>
                        <a:t>    「雷殒沙海」是一片被无尽黄沙与裸露岩层覆盖的荒漠，位于新大陆边缘的裂谷地带。这里常年被雷暴云笼罩，沙暴与闪电交织成致命天灾，地表则因地下晶矿能量外泄形成「雷蚀流沙」</a:t>
                      </a:r>
                      <a:r>
                        <a:rPr lang="en-US" altLang="zh-CN" sz="900" dirty="0">
                          <a:latin typeface="+mn-lt"/>
                        </a:rPr>
                        <a:t>—— </a:t>
                      </a:r>
                      <a:r>
                        <a:rPr lang="zh-CN" altLang="en-US" sz="900" dirty="0">
                          <a:latin typeface="+mn-lt"/>
                        </a:rPr>
                        <a:t>沙粒带电，触碰后会引发麻痹或爆炸。区域中心矗立着巨型雷击岩柱，其顶部吸收雷电能量形成天然避雷针，成为生物争夺的能量核心。</a:t>
                      </a:r>
                      <a:endParaRPr lang="en-US" altLang="en-US" sz="900" dirty="0">
                        <a:solidFill>
                          <a:schemeClr val="bg1"/>
                        </a:solidFill>
                        <a:latin typeface="+mn-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r h="2735635">
                <a:tc>
                  <a:txBody>
                    <a:bodyPr/>
                    <a:lstStyle/>
                    <a:p>
                      <a:pPr marL="0" indent="0">
                        <a:lnSpc>
                          <a:spcPct val="150000"/>
                        </a:lnSpc>
                        <a:buFont typeface="Arial" charset="0"/>
                        <a:buNone/>
                      </a:pPr>
                      <a:endParaRPr lang="en-US" altLang="en-US" sz="900" dirty="0">
                        <a:solidFill>
                          <a:schemeClr val="bg1"/>
                        </a:solidFill>
                        <a:latin typeface="+mn-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547585794"/>
                  </a:ext>
                </a:extLst>
              </a:tr>
            </a:tbl>
          </a:graphicData>
        </a:graphic>
      </p:graphicFrame>
      <p:graphicFrame>
        <p:nvGraphicFramePr>
          <p:cNvPr id="30" name="Tableau 29"/>
          <p:cNvGraphicFramePr/>
          <p:nvPr>
            <p:extLst>
              <p:ext uri="{D42A27DB-BD31-4B8C-83A1-F6EECF244321}">
                <p14:modId xmlns:p14="http://schemas.microsoft.com/office/powerpoint/2010/main" val="4101296378"/>
              </p:ext>
            </p:extLst>
          </p:nvPr>
        </p:nvGraphicFramePr>
        <p:xfrm>
          <a:off x="6134153" y="518553"/>
          <a:ext cx="2833848" cy="2251220"/>
        </p:xfrm>
        <a:graphic>
          <a:graphicData uri="http://schemas.openxmlformats.org/drawingml/2006/table">
            <a:tbl>
              <a:tblPr firstRow="1" bandRow="1">
                <a:tableStyleId>{37CE84F3-28C3-443E-9E96-99CF82512B78}</a:tableStyleId>
              </a:tblPr>
              <a:tblGrid>
                <a:gridCol w="2833848">
                  <a:extLst>
                    <a:ext uri="{9D8B030D-6E8A-4147-A177-3AD203B41FA5}">
                      <a16:colId xmlns:a16="http://schemas.microsoft.com/office/drawing/2014/main" val="20000"/>
                    </a:ext>
                  </a:extLst>
                </a:gridCol>
              </a:tblGrid>
              <a:tr h="266863">
                <a:tc>
                  <a:txBody>
                    <a:bodyPr/>
                    <a:lstStyle/>
                    <a:p>
                      <a:pPr marL="0" marR="0" lvl="0" indent="0" algn="l" defTabSz="914391" eaLnBrk="1" fontAlgn="auto" latinLnBrk="0" hangingPunct="1">
                        <a:lnSpc>
                          <a:spcPct val="100000"/>
                        </a:lnSpc>
                        <a:spcBef>
                          <a:spcPts val="0"/>
                        </a:spcBef>
                        <a:spcAft>
                          <a:spcPts val="0"/>
                        </a:spcAft>
                        <a:buClrTx/>
                        <a:buSzTx/>
                        <a:buFontTx/>
                        <a:buNone/>
                        <a:tabLst/>
                        <a:defRPr/>
                      </a:pPr>
                      <a:r>
                        <a:rPr lang="zh-CN" altLang="en-US" sz="1000" b="0" dirty="0">
                          <a:latin typeface="Calibri"/>
                        </a:rPr>
                        <a:t>怪物生态</a:t>
                      </a:r>
                      <a:endParaRPr lang="en-CA" altLang="en-CA" sz="1000" b="0" dirty="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984357">
                <a:tc>
                  <a:txBody>
                    <a:bodyPr/>
                    <a:lstStyle/>
                    <a:p>
                      <a:pPr>
                        <a:lnSpc>
                          <a:spcPct val="150000"/>
                        </a:lnSpc>
                      </a:pPr>
                      <a:r>
                        <a:rPr lang="zh-CN" altLang="en-US" sz="900" b="1" u="sng" dirty="0">
                          <a:solidFill>
                            <a:schemeClr val="bg1"/>
                          </a:solidFill>
                          <a:latin typeface="Calibri"/>
                        </a:rPr>
                        <a:t>基础生物群</a:t>
                      </a:r>
                      <a:r>
                        <a:rPr lang="en-US" altLang="en-US" sz="900" b="1" u="sng" dirty="0">
                          <a:solidFill>
                            <a:schemeClr val="bg1"/>
                          </a:solidFill>
                          <a:latin typeface="Calibri"/>
                        </a:rPr>
                        <a:t>:</a:t>
                      </a:r>
                      <a:endParaRPr lang="en-US" altLang="en-US" sz="900" dirty="0">
                        <a:solidFill>
                          <a:schemeClr val="bg1"/>
                        </a:solidFill>
                        <a:latin typeface="Calibri"/>
                      </a:endParaRPr>
                    </a:p>
                    <a:p>
                      <a:pPr marL="171450" lvl="0" indent="-171450" algn="l" defTabSz="914391">
                        <a:lnSpc>
                          <a:spcPct val="150000"/>
                        </a:lnSpc>
                        <a:spcBef>
                          <a:spcPts val="0"/>
                        </a:spcBef>
                        <a:spcAft>
                          <a:spcPts val="0"/>
                        </a:spcAft>
                        <a:buClrTx/>
                        <a:buSzTx/>
                        <a:buFont typeface="Arial" charset="0"/>
                        <a:buChar char="•"/>
                      </a:pPr>
                      <a:r>
                        <a:rPr lang="zh-CN" altLang="en-US" sz="900" dirty="0">
                          <a:solidFill>
                            <a:schemeClr val="bg1"/>
                          </a:solidFill>
                          <a:latin typeface="Calibri"/>
                        </a:rPr>
                        <a:t>雷甲蝎 （小型生物）</a:t>
                      </a:r>
                      <a:endParaRPr lang="en-US" altLang="zh-CN" sz="900" dirty="0">
                        <a:solidFill>
                          <a:schemeClr val="bg1"/>
                        </a:solidFill>
                        <a:latin typeface="Calibri"/>
                      </a:endParaRPr>
                    </a:p>
                    <a:p>
                      <a:pPr marL="171450" lvl="0" indent="-171450" algn="l" defTabSz="914391">
                        <a:lnSpc>
                          <a:spcPct val="150000"/>
                        </a:lnSpc>
                        <a:spcBef>
                          <a:spcPts val="0"/>
                        </a:spcBef>
                        <a:spcAft>
                          <a:spcPts val="0"/>
                        </a:spcAft>
                        <a:buClrTx/>
                        <a:buSzTx/>
                        <a:buFont typeface="Arial" charset="0"/>
                        <a:buChar char="•"/>
                      </a:pPr>
                      <a:r>
                        <a:rPr lang="zh-CN" altLang="en-US" sz="900" dirty="0">
                          <a:solidFill>
                            <a:schemeClr val="bg1"/>
                          </a:solidFill>
                          <a:latin typeface="Calibri"/>
                        </a:rPr>
                        <a:t>沙核虫 （环境生物）</a:t>
                      </a:r>
                      <a:endParaRPr lang="en-US" altLang="en-US" sz="900" dirty="0">
                        <a:solidFill>
                          <a:schemeClr val="bg1"/>
                        </a:solidFill>
                        <a:latin typeface="Calibri"/>
                      </a:endParaRPr>
                    </a:p>
                    <a:p>
                      <a:pPr marL="171450" lvl="0" indent="-171450" algn="l" defTabSz="914391">
                        <a:lnSpc>
                          <a:spcPct val="150000"/>
                        </a:lnSpc>
                        <a:spcBef>
                          <a:spcPts val="0"/>
                        </a:spcBef>
                        <a:spcAft>
                          <a:spcPts val="0"/>
                        </a:spcAft>
                        <a:buClrTx/>
                        <a:buSzTx/>
                        <a:buFont typeface="Arial" charset="0"/>
                        <a:buChar char="•"/>
                      </a:pPr>
                      <a:r>
                        <a:rPr lang="zh-CN" altLang="en-US" sz="900" dirty="0">
                          <a:solidFill>
                            <a:schemeClr val="bg1"/>
                          </a:solidFill>
                          <a:latin typeface="Calibri"/>
                        </a:rPr>
                        <a:t>晶冠秃鹫 （中立生物）</a:t>
                      </a:r>
                      <a:endParaRPr lang="en-US" altLang="zh-CN" sz="900" dirty="0">
                        <a:solidFill>
                          <a:schemeClr val="bg1"/>
                        </a:solidFill>
                        <a:latin typeface="Calibri"/>
                      </a:endParaRPr>
                    </a:p>
                    <a:p>
                      <a:pPr marL="0" lvl="0" indent="0" algn="l" defTabSz="914391">
                        <a:lnSpc>
                          <a:spcPct val="150000"/>
                        </a:lnSpc>
                        <a:spcBef>
                          <a:spcPts val="0"/>
                        </a:spcBef>
                        <a:spcAft>
                          <a:spcPts val="0"/>
                        </a:spcAft>
                        <a:buClrTx/>
                        <a:buSzTx/>
                        <a:buFont typeface="Arial" charset="0"/>
                        <a:buNone/>
                      </a:pPr>
                      <a:endParaRPr lang="en-US" altLang="en-US" sz="900" dirty="0">
                        <a:solidFill>
                          <a:schemeClr val="bg1"/>
                        </a:solidFill>
                        <a:latin typeface="Calibri"/>
                      </a:endParaRPr>
                    </a:p>
                    <a:p>
                      <a:pPr>
                        <a:lnSpc>
                          <a:spcPct val="150000"/>
                        </a:lnSpc>
                      </a:pPr>
                      <a:r>
                        <a:rPr lang="zh-CN" altLang="en-US" sz="900" b="1" u="sng" dirty="0">
                          <a:solidFill>
                            <a:schemeClr val="bg1"/>
                          </a:solidFill>
                          <a:latin typeface="Calibri"/>
                        </a:rPr>
                        <a:t>中层掠食者</a:t>
                      </a:r>
                      <a:r>
                        <a:rPr lang="en-US" altLang="en-US" sz="900" b="1" u="sng" dirty="0">
                          <a:solidFill>
                            <a:schemeClr val="bg1"/>
                          </a:solidFill>
                          <a:latin typeface="Calibri"/>
                        </a:rPr>
                        <a:t>:</a:t>
                      </a:r>
                    </a:p>
                    <a:p>
                      <a:pPr marL="171450" indent="-171450">
                        <a:lnSpc>
                          <a:spcPct val="150000"/>
                        </a:lnSpc>
                        <a:buFont typeface="Arial" charset="0"/>
                        <a:buChar char="•"/>
                      </a:pPr>
                      <a:r>
                        <a:rPr lang="zh-CN" altLang="en-US" sz="900" baseline="0" dirty="0">
                          <a:solidFill>
                            <a:schemeClr val="bg1"/>
                          </a:solidFill>
                          <a:latin typeface="Calibri"/>
                        </a:rPr>
                        <a:t>裂电蜥龙 （飞龙种）</a:t>
                      </a:r>
                      <a:endParaRPr lang="en-US" altLang="en-US" sz="900" baseline="0" dirty="0">
                        <a:solidFill>
                          <a:schemeClr val="bg1"/>
                        </a:solidFill>
                        <a:latin typeface="Calibri"/>
                      </a:endParaRPr>
                    </a:p>
                    <a:p>
                      <a:pPr marL="171450" indent="-171450">
                        <a:buFont typeface="Arial" charset="0"/>
                        <a:buChar char="•"/>
                      </a:pPr>
                      <a:endParaRPr lang="en-US" altLang="en-US" sz="900" baseline="0" dirty="0">
                        <a:solidFill>
                          <a:schemeClr val="bg1"/>
                        </a:solidFill>
                        <a:latin typeface="Calibri"/>
                      </a:endParaRPr>
                    </a:p>
                    <a:p>
                      <a:pPr marL="171450" indent="-171450">
                        <a:buFont typeface="Arial" charset="0"/>
                        <a:buChar char="•"/>
                      </a:pPr>
                      <a:endParaRPr lang="en-US" altLang="en-US" sz="900" baseline="0" dirty="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1" name="Tableau 30"/>
          <p:cNvGraphicFramePr/>
          <p:nvPr>
            <p:extLst>
              <p:ext uri="{D42A27DB-BD31-4B8C-83A1-F6EECF244321}">
                <p14:modId xmlns:p14="http://schemas.microsoft.com/office/powerpoint/2010/main" val="315997017"/>
              </p:ext>
            </p:extLst>
          </p:nvPr>
        </p:nvGraphicFramePr>
        <p:xfrm>
          <a:off x="183056" y="2171277"/>
          <a:ext cx="5766382" cy="1030278"/>
        </p:xfrm>
        <a:graphic>
          <a:graphicData uri="http://schemas.openxmlformats.org/drawingml/2006/table">
            <a:tbl>
              <a:tblPr firstRow="1" bandRow="1">
                <a:tableStyleId>{37CE84F3-28C3-443E-9E96-99CF82512B78}</a:tableStyleId>
              </a:tblPr>
              <a:tblGrid>
                <a:gridCol w="5766382">
                  <a:extLst>
                    <a:ext uri="{9D8B030D-6E8A-4147-A177-3AD203B41FA5}">
                      <a16:colId xmlns:a16="http://schemas.microsoft.com/office/drawing/2014/main" val="20000"/>
                    </a:ext>
                  </a:extLst>
                </a:gridCol>
              </a:tblGrid>
              <a:tr h="221674">
                <a:tc>
                  <a:txBody>
                    <a:bodyPr/>
                    <a:lstStyle/>
                    <a:p>
                      <a:pPr marL="0" lvl="0" indent="0" algn="l" defTabSz="914391">
                        <a:lnSpc>
                          <a:spcPct val="100000"/>
                        </a:lnSpc>
                        <a:spcBef>
                          <a:spcPts val="0"/>
                        </a:spcBef>
                        <a:spcAft>
                          <a:spcPts val="0"/>
                        </a:spcAft>
                        <a:buClrTx/>
                        <a:buSzTx/>
                        <a:buFontTx/>
                        <a:buNone/>
                      </a:pPr>
                      <a:r>
                        <a:rPr lang="zh-CN" altLang="en-US" sz="1000" b="0" dirty="0">
                          <a:solidFill>
                            <a:schemeClr val="bg1"/>
                          </a:solidFill>
                          <a:latin typeface="Calibri"/>
                        </a:rPr>
                        <a:t>自然环境</a:t>
                      </a:r>
                      <a:endParaRPr lang="en-CA" altLang="en-CA" sz="1000" b="0" dirty="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786438">
                <a:tc>
                  <a:txBody>
                    <a:bodyPr/>
                    <a:lstStyle/>
                    <a:p>
                      <a:pPr marL="171450" indent="-171450">
                        <a:buFont typeface="Arial" charset="0"/>
                        <a:buChar char="•"/>
                      </a:pPr>
                      <a:r>
                        <a:rPr lang="zh-CN" altLang="en-US" sz="900" b="1" u="sng" dirty="0">
                          <a:solidFill>
                            <a:schemeClr val="bg1"/>
                          </a:solidFill>
                          <a:latin typeface="Calibri"/>
                        </a:rPr>
                        <a:t>地表：</a:t>
                      </a:r>
                      <a:r>
                        <a:rPr lang="zh-CN" altLang="en-US" sz="900" dirty="0">
                          <a:latin typeface="+mn-lt"/>
                        </a:rPr>
                        <a:t>无尽黄沙与裸露岩层覆盖的荒漠</a:t>
                      </a:r>
                      <a:endParaRPr lang="en-US" altLang="zh-CN" sz="900" b="1" u="sng" dirty="0">
                        <a:solidFill>
                          <a:schemeClr val="bg1"/>
                        </a:solidFill>
                        <a:latin typeface="Calibri"/>
                      </a:endParaRPr>
                    </a:p>
                    <a:p>
                      <a:pPr marL="171450" indent="-171450">
                        <a:buFont typeface="Arial" charset="0"/>
                        <a:buChar char="•"/>
                      </a:pPr>
                      <a:r>
                        <a:rPr lang="en-CA" altLang="en-CA" sz="900" b="1" u="sng" dirty="0">
                          <a:solidFill>
                            <a:schemeClr val="bg1"/>
                          </a:solidFill>
                          <a:latin typeface="Calibri"/>
                        </a:rPr>
                        <a:t>LOCATION</a:t>
                      </a:r>
                      <a:r>
                        <a:rPr lang="en-CA" altLang="en-CA" sz="900" b="1" dirty="0">
                          <a:solidFill>
                            <a:schemeClr val="bg1"/>
                          </a:solidFill>
                          <a:latin typeface="Calibri"/>
                        </a:rPr>
                        <a:t>: </a:t>
                      </a:r>
                      <a:r>
                        <a:rPr lang="en-CA" altLang="en-CA" sz="900" dirty="0">
                          <a:solidFill>
                            <a:schemeClr val="bg1"/>
                          </a:solidFill>
                          <a:latin typeface="Calibri"/>
                        </a:rPr>
                        <a:t>Chinatown</a:t>
                      </a:r>
                    </a:p>
                    <a:p>
                      <a:pPr marL="171450" indent="-171450">
                        <a:buFont typeface="Arial" charset="0"/>
                        <a:buChar char="•"/>
                      </a:pPr>
                      <a:r>
                        <a:rPr lang="en-CA" altLang="en-CA" sz="900" b="1" u="sng" dirty="0">
                          <a:solidFill>
                            <a:schemeClr val="bg1"/>
                          </a:solidFill>
                          <a:latin typeface="Calibri"/>
                        </a:rPr>
                        <a:t>BRIEF SYNOPSIS</a:t>
                      </a:r>
                      <a:r>
                        <a:rPr lang="en-CA" altLang="en-CA" sz="900" b="1" dirty="0">
                          <a:solidFill>
                            <a:schemeClr val="bg1"/>
                          </a:solidFill>
                          <a:latin typeface="Calibri"/>
                        </a:rPr>
                        <a:t>: </a:t>
                      </a:r>
                      <a:r>
                        <a:rPr lang="en-CA" altLang="en-CA" sz="900" b="0" dirty="0">
                          <a:solidFill>
                            <a:schemeClr val="bg1"/>
                          </a:solidFill>
                          <a:latin typeface="Calibri"/>
                        </a:rPr>
                        <a:t>The fresh water supply in Chinatown has broken down and a large group of refugees are relocating north. Make contact with the group and escort them to the Manhattan Bridge collection point. Coordinate your effort with Agent Sarah Kelly, already on site.</a:t>
                      </a:r>
                      <a:endParaRPr lang="en-CA" altLang="en-CA" sz="900" dirty="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13" name="Tableau 12"/>
          <p:cNvGraphicFramePr/>
          <p:nvPr>
            <p:extLst>
              <p:ext uri="{D42A27DB-BD31-4B8C-83A1-F6EECF244321}">
                <p14:modId xmlns:p14="http://schemas.microsoft.com/office/powerpoint/2010/main" val="3919005703"/>
              </p:ext>
            </p:extLst>
          </p:nvPr>
        </p:nvGraphicFramePr>
        <p:xfrm>
          <a:off x="90438" y="101562"/>
          <a:ext cx="6408712" cy="30480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zh-CN" altLang="en-US" sz="1400" b="1" u="none" baseline="0" dirty="0">
                          <a:solidFill>
                            <a:schemeClr val="bg1"/>
                          </a:solidFill>
                          <a:latin typeface="Calibri"/>
                        </a:rPr>
                        <a:t>区域「雷殒沙海」主题</a:t>
                      </a:r>
                      <a:endParaRPr lang="en-CA" altLang="en-CA" sz="1400" b="1" u="none" baseline="0" dirty="0">
                        <a:solidFill>
                          <a:schemeClr val="bg1"/>
                        </a:solidFill>
                        <a:latin typeface="Calibri"/>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p:cNvGraphicFramePr/>
          <p:nvPr/>
        </p:nvGraphicFramePr>
        <p:xfrm>
          <a:off x="323528" y="719250"/>
          <a:ext cx="8308027" cy="2118360"/>
        </p:xfrm>
        <a:graphic>
          <a:graphicData uri="http://schemas.openxmlformats.org/drawingml/2006/table">
            <a:tbl>
              <a:tblPr firstRow="1" bandRow="1">
                <a:tableStyleId>{37CE84F3-28C3-443E-9E96-99CF82512B78}</a:tableStyleId>
              </a:tblPr>
              <a:tblGrid>
                <a:gridCol w="8308027">
                  <a:extLst>
                    <a:ext uri="{9D8B030D-6E8A-4147-A177-3AD203B41FA5}">
                      <a16:colId xmlns:a16="http://schemas.microsoft.com/office/drawing/2014/main" val="20000"/>
                    </a:ext>
                  </a:extLst>
                </a:gridCol>
              </a:tblGrid>
              <a:tr h="213237">
                <a:tc>
                  <a:txBody>
                    <a:bodyPr/>
                    <a:lstStyle/>
                    <a:p>
                      <a:r>
                        <a:rPr lang="en-CA" altLang="en-CA" sz="1000" b="1" baseline="0">
                          <a:solidFill>
                            <a:schemeClr val="bg1"/>
                          </a:solidFill>
                          <a:latin typeface="Calibri"/>
                        </a:rPr>
                        <a:t>NARRATIVE GOALS (must be conveyed to player during the mission, by gameplay, dialogue, or cutscene)</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639263">
                <a:tc>
                  <a:txBody>
                    <a:bodyPr/>
                    <a:lstStyle/>
                    <a:p>
                      <a:pPr marL="0" lvl="0" indent="0" algn="l" defTabSz="914391">
                        <a:lnSpc>
                          <a:spcPct val="100000"/>
                        </a:lnSpc>
                        <a:spcBef>
                          <a:spcPts val="0"/>
                        </a:spcBef>
                        <a:spcAft>
                          <a:spcPts val="0"/>
                        </a:spcAft>
                        <a:buClrTx/>
                        <a:buSzTx/>
                        <a:buFont typeface="Arial" charset="0"/>
                        <a:buNone/>
                      </a:pPr>
                      <a:r>
                        <a:rPr lang="en-US" altLang="en-US" sz="900" b="1" u="sng">
                          <a:solidFill>
                            <a:schemeClr val="bg1"/>
                          </a:solidFill>
                          <a:latin typeface="Calibri"/>
                        </a:rPr>
                        <a:t>Primary goal</a:t>
                      </a:r>
                      <a:r>
                        <a:rPr lang="en-US" altLang="en-US" sz="900" b="1" i="0" u="none" strike="noStrike" kern="1200" spc="0" baseline="0">
                          <a:solidFill>
                            <a:srgbClr val="FFFFFF"/>
                          </a:solidFill>
                          <a:latin typeface="Calibri"/>
                          <a:ea typeface="+mn-ea"/>
                        </a:rPr>
                        <a:t>: </a:t>
                      </a:r>
                    </a:p>
                    <a:p>
                      <a:pPr marL="171450" lvl="0" indent="-171450" algn="l" defTabSz="914391">
                        <a:lnSpc>
                          <a:spcPct val="100000"/>
                        </a:lnSpc>
                        <a:spcBef>
                          <a:spcPts val="0"/>
                        </a:spcBef>
                        <a:spcAft>
                          <a:spcPts val="0"/>
                        </a:spcAft>
                        <a:buClrTx/>
                        <a:buSzTx/>
                        <a:buFont typeface="Arial" charset="0"/>
                        <a:buChar char="•"/>
                      </a:pPr>
                      <a:r>
                        <a:rPr lang="en-US" altLang="en-US" sz="900" b="0" i="0" u="none" strike="noStrike" kern="1200" spc="0" baseline="0">
                          <a:solidFill>
                            <a:srgbClr val="FFFFFF"/>
                          </a:solidFill>
                          <a:latin typeface="Calibri"/>
                          <a:ea typeface="+mn-ea"/>
                        </a:rPr>
                        <a:t>Establish the mid-crisis world of The Division.</a:t>
                      </a:r>
                    </a:p>
                    <a:p>
                      <a:pPr marL="171450" lvl="0" indent="-171450" algn="l" defTabSz="914391">
                        <a:lnSpc>
                          <a:spcPct val="100000"/>
                        </a:lnSpc>
                        <a:spcBef>
                          <a:spcPts val="0"/>
                        </a:spcBef>
                        <a:spcAft>
                          <a:spcPts val="0"/>
                        </a:spcAft>
                        <a:buClrTx/>
                        <a:buSzTx/>
                        <a:buFont typeface="Arial" charset="0"/>
                        <a:buChar char="•"/>
                      </a:pPr>
                      <a:r>
                        <a:rPr lang="en-US" altLang="en-US" sz="900" b="0" i="0" u="none" strike="noStrike" kern="1200" spc="0" baseline="0">
                          <a:solidFill>
                            <a:srgbClr val="FFFFFF"/>
                          </a:solidFill>
                          <a:latin typeface="Calibri"/>
                          <a:ea typeface="+mn-ea"/>
                        </a:rPr>
                        <a:t>Introduce Agent Kelly, Angela Chen and Kevin Zeng.</a:t>
                      </a:r>
                    </a:p>
                    <a:p>
                      <a:pPr marL="171450" lvl="0" indent="-171450" algn="l" defTabSz="914391">
                        <a:lnSpc>
                          <a:spcPct val="100000"/>
                        </a:lnSpc>
                        <a:spcBef>
                          <a:spcPts val="0"/>
                        </a:spcBef>
                        <a:spcAft>
                          <a:spcPts val="0"/>
                        </a:spcAft>
                        <a:buClrTx/>
                        <a:buSzTx/>
                        <a:buFont typeface="Arial" charset="0"/>
                        <a:buChar char="•"/>
                      </a:pPr>
                      <a:r>
                        <a:rPr lang="en-US" altLang="en-US" sz="900" b="0" i="0" u="none" strike="noStrike" kern="1200" spc="0" baseline="0">
                          <a:solidFill>
                            <a:srgbClr val="FFFFFF"/>
                          </a:solidFill>
                          <a:latin typeface="Calibri"/>
                          <a:ea typeface="+mn-ea"/>
                        </a:rPr>
                        <a:t>Establish Kelly as tough, kind and dependable.</a:t>
                      </a:r>
                    </a:p>
                    <a:p>
                      <a:pPr marL="171450" lvl="0" indent="-171450" algn="l" defTabSz="914391">
                        <a:lnSpc>
                          <a:spcPct val="100000"/>
                        </a:lnSpc>
                        <a:spcBef>
                          <a:spcPts val="0"/>
                        </a:spcBef>
                        <a:spcAft>
                          <a:spcPts val="0"/>
                        </a:spcAft>
                        <a:buClrTx/>
                        <a:buSzTx/>
                        <a:buFont typeface="Arial" charset="0"/>
                        <a:buChar char="•"/>
                      </a:pPr>
                      <a:r>
                        <a:rPr lang="en-US" altLang="en-US" sz="900" b="0" i="0" u="none" strike="noStrike" kern="1200" spc="0" baseline="0">
                          <a:solidFill>
                            <a:srgbClr val="FFFFFF"/>
                          </a:solidFill>
                          <a:latin typeface="Calibri"/>
                          <a:ea typeface="+mn-ea"/>
                        </a:rPr>
                        <a:t>Establish Angela Chen as kind and caring.</a:t>
                      </a:r>
                    </a:p>
                    <a:p>
                      <a:pPr marL="171450" lvl="0" indent="-171450" algn="l" defTabSz="914391">
                        <a:lnSpc>
                          <a:spcPct val="100000"/>
                        </a:lnSpc>
                        <a:spcBef>
                          <a:spcPts val="0"/>
                        </a:spcBef>
                        <a:spcAft>
                          <a:spcPts val="0"/>
                        </a:spcAft>
                        <a:buClrTx/>
                        <a:buSzTx/>
                        <a:buFont typeface="Arial" charset="0"/>
                        <a:buChar char="•"/>
                      </a:pPr>
                      <a:r>
                        <a:rPr lang="en-US" altLang="en-US" sz="900" b="0" i="0" u="none" strike="noStrike" kern="1200" spc="0" baseline="0">
                          <a:solidFill>
                            <a:srgbClr val="FFFFFF"/>
                          </a:solidFill>
                          <a:latin typeface="Calibri"/>
                          <a:ea typeface="+mn-ea"/>
                        </a:rPr>
                        <a:t>Establish Kevin Zeng as somewhat of a hothead.</a:t>
                      </a:r>
                    </a:p>
                    <a:p>
                      <a:pPr marL="0" lvl="0" indent="0" algn="l" defTabSz="914391">
                        <a:lnSpc>
                          <a:spcPct val="100000"/>
                        </a:lnSpc>
                        <a:spcBef>
                          <a:spcPts val="0"/>
                        </a:spcBef>
                        <a:spcAft>
                          <a:spcPts val="0"/>
                        </a:spcAft>
                        <a:buClrTx/>
                        <a:buSzTx/>
                        <a:buFont typeface="Arial" charset="0"/>
                        <a:buNone/>
                      </a:pPr>
                      <a:r>
                        <a:rPr lang="en-US" altLang="en-US" sz="900" b="1" u="sng" baseline="0">
                          <a:solidFill>
                            <a:schemeClr val="bg1"/>
                          </a:solidFill>
                          <a:latin typeface="Calibri"/>
                        </a:rPr>
                        <a:t>Seconcary goal</a:t>
                      </a:r>
                      <a:r>
                        <a:rPr lang="en-US" altLang="en-US" sz="900" b="1" i="0" u="none" strike="noStrike" kern="1200" spc="0" baseline="0">
                          <a:solidFill>
                            <a:srgbClr val="FFFFFF"/>
                          </a:solidFill>
                          <a:latin typeface="Calibri"/>
                          <a:ea typeface="+mn-ea"/>
                        </a:rPr>
                        <a:t>: </a:t>
                      </a: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Expose how the government is fast breaking down, with the JTF fracturing and the freshly activated first-wave agents barely holding up against the collapse.</a:t>
                      </a: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Expose the dog-eat-dog world Manhattan is fast becoming,</a:t>
                      </a:r>
                      <a:r>
                        <a:rPr lang="en-US" altLang="en-US" sz="900" baseline="0">
                          <a:solidFill>
                            <a:schemeClr val="bg1"/>
                          </a:solidFill>
                          <a:latin typeface="Calibri"/>
                        </a:rPr>
                        <a:t> with violence &amp; rioters in the streets on the rise.</a:t>
                      </a:r>
                      <a:endParaRPr lang="en-US" altLang="en-US" sz="90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Hint at the future relationships between Angela Chen, Keving Zeng and Agent Kelly.</a:t>
                      </a: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Hint at Kelly’s displeasure with the overall government response to the crisis.</a:t>
                      </a:r>
                    </a:p>
                    <a:p>
                      <a:pPr marL="0" lvl="0" indent="0" algn="l" defTabSz="914391">
                        <a:lnSpc>
                          <a:spcPct val="100000"/>
                        </a:lnSpc>
                        <a:spcBef>
                          <a:spcPts val="0"/>
                        </a:spcBef>
                        <a:spcAft>
                          <a:spcPts val="0"/>
                        </a:spcAft>
                        <a:buClrTx/>
                        <a:buSzTx/>
                        <a:buFont typeface="Arial" charset="0"/>
                        <a:buNone/>
                      </a:pPr>
                      <a:r>
                        <a:rPr lang="en-US" altLang="en-US" sz="900" b="1" u="sng" baseline="0">
                          <a:solidFill>
                            <a:schemeClr val="bg1"/>
                          </a:solidFill>
                          <a:latin typeface="Calibri"/>
                        </a:rPr>
                        <a:t>Tertiary goal:</a:t>
                      </a:r>
                    </a:p>
                    <a:p>
                      <a:pPr marL="171450" indent="-171450">
                        <a:buFont typeface="Arial" charset="0"/>
                        <a:buChar char="•"/>
                      </a:pPr>
                      <a:r>
                        <a:rPr lang="en-US" altLang="en-US" sz="900">
                          <a:latin typeface="Calibri"/>
                        </a:rPr>
                        <a:t>N/A</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10" name="Tableau 9"/>
          <p:cNvGraphicFramePr/>
          <p:nvPr/>
        </p:nvGraphicFramePr>
        <p:xfrm>
          <a:off x="330423" y="2867382"/>
          <a:ext cx="8301131" cy="1432560"/>
        </p:xfrm>
        <a:graphic>
          <a:graphicData uri="http://schemas.openxmlformats.org/drawingml/2006/table">
            <a:tbl>
              <a:tblPr firstRow="1" bandRow="1">
                <a:tableStyleId>{37CE84F3-28C3-443E-9E96-99CF82512B78}</a:tableStyleId>
              </a:tblPr>
              <a:tblGrid>
                <a:gridCol w="8301131">
                  <a:extLst>
                    <a:ext uri="{9D8B030D-6E8A-4147-A177-3AD203B41FA5}">
                      <a16:colId xmlns:a16="http://schemas.microsoft.com/office/drawing/2014/main" val="20000"/>
                    </a:ext>
                  </a:extLst>
                </a:gridCol>
              </a:tblGrid>
              <a:tr h="194813">
                <a:tc>
                  <a:txBody>
                    <a:bodyPr/>
                    <a:lstStyle/>
                    <a:p>
                      <a:r>
                        <a:rPr lang="en-US" altLang="en-US" sz="1000" b="1">
                          <a:solidFill>
                            <a:schemeClr val="bg1"/>
                          </a:solidFill>
                          <a:latin typeface="Calibri"/>
                        </a:rPr>
                        <a:t>LOCAL CONTEXT &amp; LORE (“behind the scene” reasons for what is</a:t>
                      </a:r>
                      <a:r>
                        <a:rPr lang="en-US" altLang="en-US" sz="1000" b="1" baseline="0">
                          <a:solidFill>
                            <a:schemeClr val="bg1"/>
                          </a:solidFill>
                          <a:latin typeface="Calibri"/>
                        </a:rPr>
                        <a:t> seen during the mission)</a:t>
                      </a:r>
                      <a:endParaRPr lang="en-US" altLang="en-US"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949715">
                <a:tc>
                  <a:txBody>
                    <a:bodyPr/>
                    <a:lstStyle/>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It’s close to Christmas, and many still aim to celebrate Christmas, despite the crisis.</a:t>
                      </a:r>
                    </a:p>
                    <a:p>
                      <a:pPr marL="171450" indent="-171450">
                        <a:buFont typeface="Arial" charset="0"/>
                        <a:buChar char="•"/>
                      </a:pPr>
                      <a:r>
                        <a:rPr lang="en-US" altLang="en-US" sz="900" baseline="0">
                          <a:solidFill>
                            <a:schemeClr val="bg1"/>
                          </a:solidFill>
                          <a:latin typeface="Calibri"/>
                        </a:rPr>
                        <a:t>The President has just activated Directive 51 and the First Wave Division Agents (activated from 18</a:t>
                      </a:r>
                      <a:r>
                        <a:rPr lang="en-US" altLang="en-US" sz="900" baseline="30000">
                          <a:solidFill>
                            <a:schemeClr val="bg1"/>
                          </a:solidFill>
                          <a:latin typeface="Calibri"/>
                        </a:rPr>
                        <a:t>th</a:t>
                      </a:r>
                      <a:r>
                        <a:rPr lang="en-US" altLang="en-US" sz="900" baseline="0">
                          <a:solidFill>
                            <a:schemeClr val="bg1"/>
                          </a:solidFill>
                          <a:latin typeface="Calibri"/>
                        </a:rPr>
                        <a:t> to 20</a:t>
                      </a:r>
                      <a:r>
                        <a:rPr lang="en-US" altLang="en-US" sz="900" baseline="30000">
                          <a:solidFill>
                            <a:schemeClr val="bg1"/>
                          </a:solidFill>
                          <a:latin typeface="Calibri"/>
                        </a:rPr>
                        <a:t>th</a:t>
                      </a:r>
                      <a:r>
                        <a:rPr lang="en-US" altLang="en-US" sz="900" baseline="0">
                          <a:solidFill>
                            <a:schemeClr val="bg1"/>
                          </a:solidFill>
                          <a:latin typeface="Calibri"/>
                        </a:rPr>
                        <a:t> of Dec).</a:t>
                      </a:r>
                    </a:p>
                    <a:p>
                      <a:pPr marL="171450" indent="-171450">
                        <a:buFont typeface="Arial" charset="0"/>
                        <a:buChar char="•"/>
                      </a:pPr>
                      <a:r>
                        <a:rPr lang="en-US" altLang="en-US" sz="900" baseline="0">
                          <a:solidFill>
                            <a:schemeClr val="bg1"/>
                          </a:solidFill>
                          <a:latin typeface="Calibri"/>
                        </a:rPr>
                        <a:t>Manhattan is not yet quite as desolate as it will be in January, but it’s fast getting there.</a:t>
                      </a:r>
                    </a:p>
                    <a:p>
                      <a:pPr marL="171450" indent="-171450">
                        <a:buFont typeface="Arial" charset="0"/>
                        <a:buChar char="•"/>
                      </a:pPr>
                      <a:r>
                        <a:rPr lang="en-US" altLang="en-US" sz="900" baseline="0">
                          <a:solidFill>
                            <a:schemeClr val="bg1"/>
                          </a:solidFill>
                          <a:latin typeface="Calibri"/>
                        </a:rPr>
                        <a:t>Rioters are taking over the streets, and there are rumors about the inmates having escaped from Rikers Island.</a:t>
                      </a:r>
                    </a:p>
                    <a:p>
                      <a:pPr marL="171450" indent="-171450">
                        <a:buFont typeface="Arial" charset="0"/>
                        <a:buChar char="•"/>
                      </a:pPr>
                      <a:r>
                        <a:rPr lang="en-US" altLang="en-US" sz="900" baseline="0">
                          <a:solidFill>
                            <a:schemeClr val="bg1"/>
                          </a:solidFill>
                          <a:latin typeface="Calibri"/>
                        </a:rPr>
                        <a:t>The JTF is barely holding together and are hard pressed to enforce the government directives surrounding the quarantine. Many believe a complete pullout is imminent.</a:t>
                      </a:r>
                    </a:p>
                    <a:p>
                      <a:pPr marL="171450" indent="-171450">
                        <a:buFont typeface="Arial" charset="0"/>
                        <a:buChar char="•"/>
                      </a:pPr>
                      <a:r>
                        <a:rPr lang="en-US" altLang="en-US" sz="900" baseline="0">
                          <a:solidFill>
                            <a:schemeClr val="bg1"/>
                          </a:solidFill>
                          <a:latin typeface="Calibri"/>
                        </a:rPr>
                        <a:t>The fresh water supply to Chinatown has collapsed, which is why they are moving north to a refugee camp (which will become the Spring Blossom Settlement).</a:t>
                      </a:r>
                    </a:p>
                    <a:p>
                      <a:pPr marL="171450" indent="-171450">
                        <a:buFont typeface="Arial" charset="0"/>
                        <a:buChar char="•"/>
                      </a:pPr>
                      <a:r>
                        <a:rPr lang="en-US" altLang="en-US" sz="900" baseline="0">
                          <a:solidFill>
                            <a:schemeClr val="bg1"/>
                          </a:solidFill>
                          <a:latin typeface="Calibri"/>
                        </a:rPr>
                        <a:t>Agent Kelly comes of as a tough and dependable ally with a kind heart. But at one point she vents her frustration with the Government, and another side of her comes through.</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14" name="Tableau 13"/>
          <p:cNvGraphicFramePr/>
          <p:nvPr/>
        </p:nvGraphicFramePr>
        <p:xfrm>
          <a:off x="6588743" y="123478"/>
          <a:ext cx="2026538" cy="531929"/>
        </p:xfrm>
        <a:graphic>
          <a:graphicData uri="http://schemas.openxmlformats.org/drawingml/2006/table">
            <a:tbl>
              <a:tblPr firstRow="1" bandRow="1">
                <a:tableStyleId>{37CE84F3-28C3-443E-9E96-99CF82512B78}</a:tableStyleId>
              </a:tblPr>
              <a:tblGrid>
                <a:gridCol w="2026538">
                  <a:extLst>
                    <a:ext uri="{9D8B030D-6E8A-4147-A177-3AD203B41FA5}">
                      <a16:colId xmlns:a16="http://schemas.microsoft.com/office/drawing/2014/main" val="20000"/>
                    </a:ext>
                  </a:extLst>
                </a:gridCol>
              </a:tblGrid>
              <a:tr h="182916">
                <a:tc>
                  <a:txBody>
                    <a:bodyPr/>
                    <a:lstStyle/>
                    <a:p>
                      <a:r>
                        <a:rPr lang="en-CA" altLang="en-CA" sz="1000" b="1">
                          <a:solidFill>
                            <a:schemeClr val="bg1"/>
                          </a:solidFill>
                          <a:latin typeface="Calibri"/>
                        </a:rPr>
                        <a:t>MISSION TIME</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88089">
                <a:tc>
                  <a:txBody>
                    <a:bodyPr/>
                    <a:lstStyle/>
                    <a:p>
                      <a:pPr marL="0" lvl="0" indent="0" algn="l" defTabSz="914391">
                        <a:lnSpc>
                          <a:spcPct val="100000"/>
                        </a:lnSpc>
                        <a:spcBef>
                          <a:spcPts val="0"/>
                        </a:spcBef>
                        <a:spcAft>
                          <a:spcPts val="0"/>
                        </a:spcAft>
                        <a:buClrTx/>
                        <a:buSzTx/>
                        <a:buFont typeface="Arial" charset="0"/>
                        <a:buNone/>
                      </a:pPr>
                      <a:r>
                        <a:rPr lang="en-CA" altLang="en-CA" sz="900">
                          <a:solidFill>
                            <a:schemeClr val="bg1"/>
                          </a:solidFill>
                          <a:latin typeface="Calibri"/>
                        </a:rPr>
                        <a:t>Evening of Dec 20th, 20XX</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15" name="Tableau 14"/>
          <p:cNvGraphicFramePr/>
          <p:nvPr/>
        </p:nvGraphicFramePr>
        <p:xfrm>
          <a:off x="332234" y="4345270"/>
          <a:ext cx="8301131" cy="746760"/>
        </p:xfrm>
        <a:graphic>
          <a:graphicData uri="http://schemas.openxmlformats.org/drawingml/2006/table">
            <a:tbl>
              <a:tblPr firstRow="1" bandRow="1">
                <a:tableStyleId>{37CE84F3-28C3-443E-9E96-99CF82512B78}</a:tableStyleId>
              </a:tblPr>
              <a:tblGrid>
                <a:gridCol w="8301131">
                  <a:extLst>
                    <a:ext uri="{9D8B030D-6E8A-4147-A177-3AD203B41FA5}">
                      <a16:colId xmlns:a16="http://schemas.microsoft.com/office/drawing/2014/main" val="20000"/>
                    </a:ext>
                  </a:extLst>
                </a:gridCol>
              </a:tblGrid>
              <a:tr h="202456">
                <a:tc>
                  <a:txBody>
                    <a:bodyPr/>
                    <a:lstStyle/>
                    <a:p>
                      <a:r>
                        <a:rPr lang="en-US" altLang="en-US" sz="1000" b="1">
                          <a:solidFill>
                            <a:schemeClr val="bg1"/>
                          </a:solidFill>
                          <a:latin typeface="Calibri"/>
                        </a:rPr>
                        <a:t>NARRATIVE</a:t>
                      </a:r>
                      <a:r>
                        <a:rPr lang="en-US" altLang="en-US" sz="1000" b="1" baseline="0">
                          <a:solidFill>
                            <a:schemeClr val="bg1"/>
                          </a:solidFill>
                          <a:latin typeface="Calibri"/>
                        </a:rPr>
                        <a:t> NEEDS</a:t>
                      </a:r>
                      <a:endParaRPr lang="en-US" altLang="en-US"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02096">
                <a:tc>
                  <a:txBody>
                    <a:bodyPr/>
                    <a:lstStyle/>
                    <a:p>
                      <a:pPr marL="171450" indent="-171450">
                        <a:buFont typeface="Arial" charset="0"/>
                        <a:buChar char="•"/>
                      </a:pPr>
                      <a:r>
                        <a:rPr lang="en-US" altLang="en-US" sz="900" baseline="0">
                          <a:solidFill>
                            <a:schemeClr val="bg1"/>
                          </a:solidFill>
                          <a:latin typeface="Calibri"/>
                        </a:rPr>
                        <a:t>The outbreak intro cinematic is key to establish the situation and make it clear to the player what is going on, and who he is as an Agent of the Division.</a:t>
                      </a:r>
                    </a:p>
                    <a:p>
                      <a:pPr marL="171450" indent="-171450">
                        <a:buFont typeface="Arial" charset="0"/>
                        <a:buChar char="•"/>
                      </a:pPr>
                      <a:r>
                        <a:rPr lang="en-US" altLang="en-US" sz="900" baseline="0">
                          <a:solidFill>
                            <a:schemeClr val="bg1"/>
                          </a:solidFill>
                          <a:latin typeface="Calibri"/>
                        </a:rPr>
                        <a:t>A proper introduction of Agent Kelly, Angela Chen and Kevin Zeng is key, as they play the main parts in the story to follow. A Cutscene dedicated to that moment is probably necessary.</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7" name="Tableau 6"/>
          <p:cNvGraphicFramePr/>
          <p:nvPr/>
        </p:nvGraphicFramePr>
        <p:xfrm>
          <a:off x="35496" y="17934"/>
          <a:ext cx="6408712" cy="60960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en-CA" altLang="en-CA" sz="1400" b="1" u="sng">
                          <a:solidFill>
                            <a:schemeClr val="bg1"/>
                          </a:solidFill>
                          <a:latin typeface="Calibri"/>
                        </a:rPr>
                        <a:t>MISSION ID</a:t>
                      </a:r>
                      <a:r>
                        <a:rPr lang="en-CA" altLang="en-CA" sz="1400" b="1">
                          <a:solidFill>
                            <a:schemeClr val="bg1"/>
                          </a:solidFill>
                          <a:latin typeface="Calibri"/>
                        </a:rPr>
                        <a:t>:</a:t>
                      </a:r>
                      <a:r>
                        <a:rPr lang="en-CA" altLang="en-CA" sz="1400" b="1" baseline="0">
                          <a:solidFill>
                            <a:schemeClr val="bg1"/>
                          </a:solidFill>
                          <a:latin typeface="Calibri"/>
                        </a:rPr>
                        <a:t> MM01</a:t>
                      </a: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68480">
                <a:tc>
                  <a:txBody>
                    <a:bodyPr/>
                    <a:lstStyle/>
                    <a:p>
                      <a:pPr marL="0" algn="l" defTabSz="914391"/>
                      <a:r>
                        <a:rPr lang="en-CA" altLang="en-CA" sz="1400" b="1" u="sng" kern="1200">
                          <a:solidFill>
                            <a:schemeClr val="bg1"/>
                          </a:solidFill>
                          <a:latin typeface="Calibri"/>
                          <a:ea typeface="+mn-ea"/>
                        </a:rPr>
                        <a:t>MISSION TITLE:</a:t>
                      </a:r>
                      <a:r>
                        <a:rPr lang="en-CA" altLang="en-CA" sz="1400" b="1" kern="1200">
                          <a:solidFill>
                            <a:schemeClr val="bg1"/>
                          </a:solidFill>
                          <a:latin typeface="Calibri"/>
                          <a:ea typeface="+mn-ea"/>
                        </a:rPr>
                        <a:t> “First Wave part</a:t>
                      </a:r>
                      <a:r>
                        <a:rPr lang="en-CA" altLang="en-CA" sz="1400" b="1" kern="1200" baseline="0">
                          <a:solidFill>
                            <a:schemeClr val="bg1"/>
                          </a:solidFill>
                          <a:latin typeface="Calibri"/>
                          <a:ea typeface="+mn-ea"/>
                        </a:rPr>
                        <a:t> I”</a:t>
                      </a:r>
                      <a:endParaRPr lang="en-US" altLang="en-US" sz="1400" b="1" kern="1200">
                        <a:solidFill>
                          <a:schemeClr val="bg1"/>
                        </a:solidFill>
                        <a:latin typeface="Calibri"/>
                        <a:ea typeface="+mn-ea"/>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矩形 1"/>
          <p:cNvSpPr/>
          <p:nvPr/>
        </p:nvSpPr>
        <p:spPr>
          <a:xfrm>
            <a:off x="5508104" y="78150"/>
            <a:ext cx="1107996" cy="369332"/>
          </a:xfrm>
          <a:prstGeom prst="rect">
            <a:avLst/>
          </a:prstGeom>
        </p:spPr>
        <p:txBody>
          <a:bodyPr wrap="none">
            <a:spAutoFit/>
          </a:bodyPr>
          <a:lstStyle/>
          <a:p>
            <a:pPr lvl="0" defTabSz="914391"/>
            <a:r>
              <a:rPr lang="zh-CN" altLang="zh-CN">
                <a:solidFill>
                  <a:srgbClr val="FFC000"/>
                </a:solidFill>
                <a:latin typeface="Calibri"/>
              </a:rPr>
              <a:t>育碧专页</a:t>
            </a:r>
            <a:endParaRPr lang="en-CA" altLang="en-CA">
              <a:solidFill>
                <a:srgbClr val="FFC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au 8"/>
          <p:cNvGraphicFramePr/>
          <p:nvPr>
            <p:extLst>
              <p:ext uri="{D42A27DB-BD31-4B8C-83A1-F6EECF244321}">
                <p14:modId xmlns:p14="http://schemas.microsoft.com/office/powerpoint/2010/main" val="1571702986"/>
              </p:ext>
            </p:extLst>
          </p:nvPr>
        </p:nvGraphicFramePr>
        <p:xfrm>
          <a:off x="299983" y="1430412"/>
          <a:ext cx="2246996" cy="3198186"/>
        </p:xfrm>
        <a:graphic>
          <a:graphicData uri="http://schemas.openxmlformats.org/drawingml/2006/table">
            <a:tbl>
              <a:tblPr firstRow="1" bandRow="1">
                <a:tableStyleId>{37CE84F3-28C3-443E-9E96-99CF82512B78}</a:tableStyleId>
              </a:tblPr>
              <a:tblGrid>
                <a:gridCol w="2246996">
                  <a:extLst>
                    <a:ext uri="{9D8B030D-6E8A-4147-A177-3AD203B41FA5}">
                      <a16:colId xmlns:a16="http://schemas.microsoft.com/office/drawing/2014/main" val="20000"/>
                    </a:ext>
                  </a:extLst>
                </a:gridCol>
              </a:tblGrid>
              <a:tr h="258873">
                <a:tc>
                  <a:txBody>
                    <a:bodyPr/>
                    <a:lstStyle/>
                    <a:p>
                      <a:r>
                        <a:rPr lang="zh-CN" altLang="en-US" sz="1200" b="1" baseline="0" dirty="0">
                          <a:solidFill>
                            <a:schemeClr val="bg1"/>
                          </a:solidFill>
                          <a:latin typeface="+mj-lt"/>
                        </a:rPr>
                        <a:t>基础生物群</a:t>
                      </a:r>
                      <a:endParaRPr lang="en-CA" altLang="en-CA" sz="1200" b="1" dirty="0">
                        <a:solidFill>
                          <a:schemeClr val="bg1"/>
                        </a:solidFill>
                        <a:latin typeface="+mj-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923866">
                <a:tc>
                  <a:txBody>
                    <a:bodyPr/>
                    <a:lstStyle/>
                    <a:p>
                      <a:pPr marL="171450" lvl="0" indent="-171450" algn="l" defTabSz="914391">
                        <a:lnSpc>
                          <a:spcPct val="150000"/>
                        </a:lnSpc>
                        <a:spcBef>
                          <a:spcPts val="0"/>
                        </a:spcBef>
                        <a:spcAft>
                          <a:spcPts val="0"/>
                        </a:spcAft>
                        <a:buClrTx/>
                        <a:buSzTx/>
                        <a:buFont typeface="Arial" charset="0"/>
                        <a:buChar char="•"/>
                      </a:pPr>
                      <a:endParaRPr lang="en-US" altLang="zh-CN" sz="900" b="1" u="none" dirty="0">
                        <a:latin typeface="+mn-lt"/>
                      </a:endParaRPr>
                    </a:p>
                    <a:p>
                      <a:pPr marL="171450" lvl="0" indent="-171450" algn="l" defTabSz="914391">
                        <a:lnSpc>
                          <a:spcPct val="150000"/>
                        </a:lnSpc>
                        <a:spcBef>
                          <a:spcPts val="0"/>
                        </a:spcBef>
                        <a:spcAft>
                          <a:spcPts val="0"/>
                        </a:spcAft>
                        <a:buClrTx/>
                        <a:buSzTx/>
                        <a:buFont typeface="Arial" charset="0"/>
                        <a:buChar char="•"/>
                      </a:pPr>
                      <a:r>
                        <a:rPr lang="zh-CN" altLang="en-US" sz="900" b="1" u="none" dirty="0">
                          <a:latin typeface="+mn-lt"/>
                        </a:rPr>
                        <a:t>雷甲蝎（小型甲壳）</a:t>
                      </a:r>
                      <a:endParaRPr lang="en-US" altLang="zh-CN" sz="900" b="1"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u="none" dirty="0">
                          <a:latin typeface="+mn-lt"/>
                        </a:rPr>
                        <a:t>     甲壳储存电能，受威胁时释放电弧，群体活动可形成电网封锁路径。</a:t>
                      </a:r>
                      <a:endParaRPr lang="en-US" altLang="zh-CN" sz="900" b="0" u="none" dirty="0">
                        <a:latin typeface="+mn-lt"/>
                      </a:endParaRPr>
                    </a:p>
                    <a:p>
                      <a:pPr marL="0" lvl="0" indent="0" algn="l" defTabSz="914391">
                        <a:lnSpc>
                          <a:spcPct val="150000"/>
                        </a:lnSpc>
                        <a:spcBef>
                          <a:spcPts val="0"/>
                        </a:spcBef>
                        <a:spcAft>
                          <a:spcPts val="0"/>
                        </a:spcAft>
                        <a:buClrTx/>
                        <a:buSzTx/>
                        <a:buFont typeface="Arial" charset="0"/>
                        <a:buNone/>
                      </a:pPr>
                      <a:endParaRPr lang="en-US" altLang="zh-CN" sz="900" b="0" u="none" dirty="0">
                        <a:latin typeface="+mn-lt"/>
                      </a:endParaRPr>
                    </a:p>
                    <a:p>
                      <a:pPr marL="171450" lvl="0" indent="-171450" algn="l" defTabSz="914391">
                        <a:lnSpc>
                          <a:spcPct val="150000"/>
                        </a:lnSpc>
                        <a:spcBef>
                          <a:spcPts val="0"/>
                        </a:spcBef>
                        <a:spcAft>
                          <a:spcPts val="0"/>
                        </a:spcAft>
                        <a:buClrTx/>
                        <a:buSzTx/>
                        <a:buFont typeface="Arial" charset="0"/>
                        <a:buChar char="•"/>
                      </a:pPr>
                      <a:r>
                        <a:rPr lang="zh-CN" altLang="en-US" sz="900" b="1" u="none" dirty="0">
                          <a:latin typeface="+mn-lt"/>
                        </a:rPr>
                        <a:t>沙核虫（小型爬行）</a:t>
                      </a:r>
                      <a:endParaRPr lang="en-US" altLang="zh-CN" sz="900" b="1"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u="none" dirty="0">
                          <a:latin typeface="+mn-lt"/>
                        </a:rPr>
                        <a:t>     钻入沙地制造流沙漩涡，玩家可投掷诱饵引导其破坏怪物巢穴。</a:t>
                      </a:r>
                      <a:endParaRPr lang="en-US" altLang="zh-CN" sz="900" b="0" u="none" dirty="0">
                        <a:latin typeface="+mn-lt"/>
                      </a:endParaRPr>
                    </a:p>
                    <a:p>
                      <a:pPr marL="0" lvl="0" indent="0" algn="l" defTabSz="914391">
                        <a:lnSpc>
                          <a:spcPct val="150000"/>
                        </a:lnSpc>
                        <a:spcBef>
                          <a:spcPts val="0"/>
                        </a:spcBef>
                        <a:spcAft>
                          <a:spcPts val="0"/>
                        </a:spcAft>
                        <a:buClrTx/>
                        <a:buSzTx/>
                        <a:buFont typeface="Arial" charset="0"/>
                        <a:buNone/>
                      </a:pPr>
                      <a:endParaRPr lang="en-US" altLang="zh-CN" sz="900" b="0" u="none" dirty="0">
                        <a:latin typeface="+mn-lt"/>
                      </a:endParaRPr>
                    </a:p>
                    <a:p>
                      <a:pPr marL="171450" lvl="0" indent="-171450" algn="l" defTabSz="914391">
                        <a:lnSpc>
                          <a:spcPct val="150000"/>
                        </a:lnSpc>
                        <a:spcBef>
                          <a:spcPts val="0"/>
                        </a:spcBef>
                        <a:spcAft>
                          <a:spcPts val="0"/>
                        </a:spcAft>
                        <a:buClrTx/>
                        <a:buSzTx/>
                        <a:buFont typeface="Arial" charset="0"/>
                        <a:buChar char="•"/>
                      </a:pPr>
                      <a:r>
                        <a:rPr lang="zh-CN" altLang="en-US" sz="900" b="1" u="none" dirty="0">
                          <a:latin typeface="+mn-lt"/>
                        </a:rPr>
                        <a:t>晶冠秃鹫（中型鸟类）</a:t>
                      </a:r>
                      <a:endParaRPr lang="en-US" altLang="zh-CN" sz="900" b="1" u="none" dirty="0">
                        <a:latin typeface="+mn-lt"/>
                      </a:endParaRPr>
                    </a:p>
                    <a:p>
                      <a:pPr marL="0" lvl="0" indent="0" algn="l" defTabSz="914391">
                        <a:lnSpc>
                          <a:spcPct val="150000"/>
                        </a:lnSpc>
                        <a:spcBef>
                          <a:spcPts val="0"/>
                        </a:spcBef>
                        <a:spcAft>
                          <a:spcPts val="0"/>
                        </a:spcAft>
                        <a:buClrTx/>
                        <a:buSzTx/>
                        <a:buFont typeface="Arial" charset="0"/>
                        <a:buNone/>
                      </a:pPr>
                      <a:r>
                        <a:rPr lang="en-US" altLang="zh-CN" sz="900" b="0" u="none" dirty="0">
                          <a:latin typeface="+mn-lt"/>
                        </a:rPr>
                        <a:t>     </a:t>
                      </a:r>
                      <a:r>
                        <a:rPr lang="zh-CN" altLang="en-US" sz="900" b="0" u="none" dirty="0">
                          <a:latin typeface="+mn-lt"/>
                        </a:rPr>
                        <a:t>飞行生物，以雷晶矿为食，俯冲攻击时会释放带电羽毛，击杀后掉落「雷蚀羽片」用于制作抗电装备。</a:t>
                      </a:r>
                      <a:endParaRPr lang="en-US" altLang="en-US" sz="900" b="0" u="none" dirty="0">
                        <a:latin typeface="+mn-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2" name="Tableau 12">
            <a:extLst>
              <a:ext uri="{FF2B5EF4-FFF2-40B4-BE49-F238E27FC236}">
                <a16:creationId xmlns:a16="http://schemas.microsoft.com/office/drawing/2014/main" id="{2915983D-52A9-8353-4323-39CCE2AAE4F9}"/>
              </a:ext>
            </a:extLst>
          </p:cNvPr>
          <p:cNvGraphicFramePr/>
          <p:nvPr>
            <p:extLst>
              <p:ext uri="{D42A27DB-BD31-4B8C-83A1-F6EECF244321}">
                <p14:modId xmlns:p14="http://schemas.microsoft.com/office/powerpoint/2010/main" val="477831592"/>
              </p:ext>
            </p:extLst>
          </p:nvPr>
        </p:nvGraphicFramePr>
        <p:xfrm>
          <a:off x="119456" y="282087"/>
          <a:ext cx="6408712" cy="39624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zh-CN" altLang="en-US" sz="2000" b="1" u="none" baseline="0" dirty="0">
                          <a:solidFill>
                            <a:schemeClr val="bg1"/>
                          </a:solidFill>
                          <a:latin typeface="Calibri"/>
                        </a:rPr>
                        <a:t>「雷殒沙海」</a:t>
                      </a:r>
                      <a:r>
                        <a:rPr lang="en-US" altLang="zh-CN" sz="2000" b="1" u="none" baseline="0" dirty="0">
                          <a:solidFill>
                            <a:schemeClr val="bg1"/>
                          </a:solidFill>
                          <a:latin typeface="Calibri"/>
                        </a:rPr>
                        <a:t>—— </a:t>
                      </a:r>
                      <a:r>
                        <a:rPr lang="zh-CN" altLang="en-US" sz="2000" b="1" u="none" baseline="0" dirty="0">
                          <a:solidFill>
                            <a:schemeClr val="bg1"/>
                          </a:solidFill>
                          <a:latin typeface="Calibri"/>
                        </a:rPr>
                        <a:t>怪物生态</a:t>
                      </a:r>
                      <a:endParaRPr lang="en-CA" altLang="en-CA" sz="2000" b="1" u="none" baseline="0" dirty="0">
                        <a:solidFill>
                          <a:schemeClr val="bg1"/>
                        </a:solidFill>
                        <a:latin typeface="Calibri"/>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 name="Tableau 8">
            <a:extLst>
              <a:ext uri="{FF2B5EF4-FFF2-40B4-BE49-F238E27FC236}">
                <a16:creationId xmlns:a16="http://schemas.microsoft.com/office/drawing/2014/main" id="{2D4592B2-6638-C097-9F42-A902E4651E8F}"/>
              </a:ext>
            </a:extLst>
          </p:cNvPr>
          <p:cNvGraphicFramePr/>
          <p:nvPr>
            <p:extLst>
              <p:ext uri="{D42A27DB-BD31-4B8C-83A1-F6EECF244321}">
                <p14:modId xmlns:p14="http://schemas.microsoft.com/office/powerpoint/2010/main" val="1385596134"/>
              </p:ext>
            </p:extLst>
          </p:nvPr>
        </p:nvGraphicFramePr>
        <p:xfrm>
          <a:off x="2797248" y="1014167"/>
          <a:ext cx="2246996" cy="3614431"/>
        </p:xfrm>
        <a:graphic>
          <a:graphicData uri="http://schemas.openxmlformats.org/drawingml/2006/table">
            <a:tbl>
              <a:tblPr firstRow="1" bandRow="1">
                <a:tableStyleId>{37CE84F3-28C3-443E-9E96-99CF82512B78}</a:tableStyleId>
              </a:tblPr>
              <a:tblGrid>
                <a:gridCol w="2246996">
                  <a:extLst>
                    <a:ext uri="{9D8B030D-6E8A-4147-A177-3AD203B41FA5}">
                      <a16:colId xmlns:a16="http://schemas.microsoft.com/office/drawing/2014/main" val="20000"/>
                    </a:ext>
                  </a:extLst>
                </a:gridCol>
              </a:tblGrid>
              <a:tr h="293985">
                <a:tc>
                  <a:txBody>
                    <a:bodyPr/>
                    <a:lstStyle/>
                    <a:p>
                      <a:r>
                        <a:rPr lang="zh-CN" altLang="en-US" sz="1200" b="1" baseline="0" dirty="0">
                          <a:solidFill>
                            <a:schemeClr val="bg1"/>
                          </a:solidFill>
                          <a:latin typeface="+mj-lt"/>
                        </a:rPr>
                        <a:t>中层掠食者</a:t>
                      </a:r>
                      <a:endParaRPr lang="en-CA" altLang="en-CA" sz="1200" b="1" dirty="0">
                        <a:solidFill>
                          <a:schemeClr val="bg1"/>
                        </a:solidFill>
                        <a:latin typeface="+mj-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320446">
                <a:tc>
                  <a:txBody>
                    <a:bodyPr/>
                    <a:lstStyle/>
                    <a:p>
                      <a:pPr marL="171450" lvl="0" indent="-171450" algn="l" defTabSz="914391">
                        <a:lnSpc>
                          <a:spcPct val="150000"/>
                        </a:lnSpc>
                        <a:spcBef>
                          <a:spcPts val="0"/>
                        </a:spcBef>
                        <a:spcAft>
                          <a:spcPts val="0"/>
                        </a:spcAft>
                        <a:buClrTx/>
                        <a:buSzTx/>
                        <a:buFont typeface="Arial" charset="0"/>
                        <a:buChar char="•"/>
                      </a:pPr>
                      <a:endParaRPr lang="en-US" altLang="zh-CN" sz="900" b="1" u="none" dirty="0">
                        <a:latin typeface="+mn-lt"/>
                      </a:endParaRPr>
                    </a:p>
                    <a:p>
                      <a:pPr marL="171450" lvl="0" indent="-171450" algn="l" defTabSz="914391">
                        <a:lnSpc>
                          <a:spcPct val="150000"/>
                        </a:lnSpc>
                        <a:spcBef>
                          <a:spcPts val="0"/>
                        </a:spcBef>
                        <a:spcAft>
                          <a:spcPts val="0"/>
                        </a:spcAft>
                        <a:buClrTx/>
                        <a:buSzTx/>
                        <a:buFont typeface="Arial" charset="0"/>
                        <a:buChar char="•"/>
                      </a:pPr>
                      <a:endParaRPr lang="en-US" altLang="zh-CN" sz="900" b="1" u="none" dirty="0">
                        <a:latin typeface="+mn-lt"/>
                      </a:endParaRPr>
                    </a:p>
                    <a:p>
                      <a:pPr marL="171450" lvl="0" indent="-171450" algn="l" defTabSz="914391">
                        <a:lnSpc>
                          <a:spcPct val="150000"/>
                        </a:lnSpc>
                        <a:spcBef>
                          <a:spcPts val="0"/>
                        </a:spcBef>
                        <a:spcAft>
                          <a:spcPts val="0"/>
                        </a:spcAft>
                        <a:buClrTx/>
                        <a:buSzTx/>
                        <a:buFont typeface="Arial" charset="0"/>
                        <a:buChar char="•"/>
                      </a:pPr>
                      <a:r>
                        <a:rPr lang="zh-CN" altLang="en-US" sz="900" b="1" u="none" dirty="0">
                          <a:latin typeface="+mn-lt"/>
                        </a:rPr>
                        <a:t>裂电蜥龙（飞龙种）</a:t>
                      </a:r>
                      <a:endParaRPr lang="en-US" altLang="zh-CN" sz="900" b="1"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u="none" dirty="0">
                          <a:latin typeface="+mn-lt"/>
                        </a:rPr>
                        <a:t>     背鳍如避雷针吸收雷电，尾部可发射高压电球，栖息于雷击岩柱顶端。</a:t>
                      </a:r>
                      <a:endParaRPr lang="en-US" altLang="zh-CN" sz="900" b="0"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i="1" u="none" dirty="0">
                          <a:solidFill>
                            <a:srgbClr val="FFC000"/>
                          </a:solidFill>
                          <a:latin typeface="+mn-lt"/>
                        </a:rPr>
                        <a:t>特殊机制：狂暴时召唤雷暴锁定玩家，需破坏其背鳍中断能量吸收。</a:t>
                      </a:r>
                      <a:endParaRPr lang="en-US" altLang="zh-CN" sz="900" b="0" i="1" u="none" dirty="0">
                        <a:solidFill>
                          <a:srgbClr val="FFC000"/>
                        </a:solidFill>
                        <a:latin typeface="+mn-lt"/>
                      </a:endParaRPr>
                    </a:p>
                    <a:p>
                      <a:pPr marL="0" lvl="0" indent="0" algn="l" defTabSz="914391">
                        <a:lnSpc>
                          <a:spcPct val="150000"/>
                        </a:lnSpc>
                        <a:spcBef>
                          <a:spcPts val="0"/>
                        </a:spcBef>
                        <a:spcAft>
                          <a:spcPts val="0"/>
                        </a:spcAft>
                        <a:buClrTx/>
                        <a:buSzTx/>
                        <a:buFont typeface="Arial" charset="0"/>
                        <a:buNone/>
                      </a:pPr>
                      <a:endParaRPr lang="en-US" altLang="zh-CN" sz="900" b="0" u="none" dirty="0">
                        <a:latin typeface="+mn-lt"/>
                      </a:endParaRPr>
                    </a:p>
                    <a:p>
                      <a:pPr marL="171450" lvl="0" indent="-171450" algn="l" defTabSz="914391">
                        <a:lnSpc>
                          <a:spcPct val="150000"/>
                        </a:lnSpc>
                        <a:spcBef>
                          <a:spcPts val="0"/>
                        </a:spcBef>
                        <a:spcAft>
                          <a:spcPts val="0"/>
                        </a:spcAft>
                        <a:buClrTx/>
                        <a:buSzTx/>
                        <a:buFont typeface="Arial" panose="020B0604020202020204" pitchFamily="34" charset="0"/>
                        <a:buChar char="•"/>
                      </a:pPr>
                      <a:r>
                        <a:rPr lang="zh-CN" altLang="en-US" sz="900" b="0" u="none" dirty="0">
                          <a:latin typeface="+mn-lt"/>
                        </a:rPr>
                        <a:t>砂暴铠鳄（兽龙种）</a:t>
                      </a:r>
                      <a:endParaRPr lang="en-US" altLang="zh-CN" sz="900" b="0"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u="none" dirty="0">
                          <a:latin typeface="+mn-lt"/>
                        </a:rPr>
                        <a:t>体表覆盖绝缘砂铠，可蜷缩成球引发沙尘冲锋，潜行于流沙中突袭。</a:t>
                      </a:r>
                      <a:endParaRPr lang="en-US" altLang="zh-CN" sz="900" b="0"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i="1" u="none" dirty="0">
                          <a:solidFill>
                            <a:srgbClr val="FFC000"/>
                          </a:solidFill>
                          <a:latin typeface="+mn-lt"/>
                        </a:rPr>
                        <a:t>特殊机制：砂铠被击碎后暴露脆弱肉质，但会主动吞噬沙粒快速修复。</a:t>
                      </a:r>
                      <a:endParaRPr lang="en-US" altLang="en-US" sz="900" b="0" i="1" u="none" dirty="0">
                        <a:solidFill>
                          <a:srgbClr val="FFC000"/>
                        </a:solidFill>
                        <a:latin typeface="+mn-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 name="Tableau 8">
            <a:extLst>
              <a:ext uri="{FF2B5EF4-FFF2-40B4-BE49-F238E27FC236}">
                <a16:creationId xmlns:a16="http://schemas.microsoft.com/office/drawing/2014/main" id="{549EA664-0A36-3410-143A-3238D910402A}"/>
              </a:ext>
            </a:extLst>
          </p:cNvPr>
          <p:cNvGraphicFramePr/>
          <p:nvPr>
            <p:extLst>
              <p:ext uri="{D42A27DB-BD31-4B8C-83A1-F6EECF244321}">
                <p14:modId xmlns:p14="http://schemas.microsoft.com/office/powerpoint/2010/main" val="3159667202"/>
              </p:ext>
            </p:extLst>
          </p:nvPr>
        </p:nvGraphicFramePr>
        <p:xfrm>
          <a:off x="5294514" y="318004"/>
          <a:ext cx="3549503" cy="4310594"/>
        </p:xfrm>
        <a:graphic>
          <a:graphicData uri="http://schemas.openxmlformats.org/drawingml/2006/table">
            <a:tbl>
              <a:tblPr firstRow="1" bandRow="1">
                <a:tableStyleId>{37CE84F3-28C3-443E-9E96-99CF82512B78}</a:tableStyleId>
              </a:tblPr>
              <a:tblGrid>
                <a:gridCol w="3549503">
                  <a:extLst>
                    <a:ext uri="{9D8B030D-6E8A-4147-A177-3AD203B41FA5}">
                      <a16:colId xmlns:a16="http://schemas.microsoft.com/office/drawing/2014/main" val="20000"/>
                    </a:ext>
                  </a:extLst>
                </a:gridCol>
              </a:tblGrid>
              <a:tr h="346093">
                <a:tc>
                  <a:txBody>
                    <a:bodyPr/>
                    <a:lstStyle/>
                    <a:p>
                      <a:r>
                        <a:rPr lang="zh-CN" altLang="en-US" sz="1200" b="1" baseline="0" dirty="0">
                          <a:solidFill>
                            <a:schemeClr val="bg1"/>
                          </a:solidFill>
                          <a:latin typeface="+mj-lt"/>
                        </a:rPr>
                        <a:t>区域</a:t>
                      </a:r>
                      <a:r>
                        <a:rPr lang="en-US" altLang="zh-CN" sz="1200" b="1" baseline="0" dirty="0">
                          <a:solidFill>
                            <a:schemeClr val="bg1"/>
                          </a:solidFill>
                          <a:latin typeface="+mj-lt"/>
                        </a:rPr>
                        <a:t>BOSS</a:t>
                      </a:r>
                      <a:endParaRPr lang="en-CA" altLang="en-CA" sz="1200" b="1" dirty="0">
                        <a:solidFill>
                          <a:schemeClr val="bg1"/>
                        </a:solidFill>
                        <a:latin typeface="+mj-lt"/>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964501">
                <a:tc>
                  <a:txBody>
                    <a:bodyPr/>
                    <a:lstStyle/>
                    <a:p>
                      <a:pPr marL="171450" lvl="0" indent="-171450" algn="l" defTabSz="914391">
                        <a:lnSpc>
                          <a:spcPct val="150000"/>
                        </a:lnSpc>
                        <a:spcBef>
                          <a:spcPts val="0"/>
                        </a:spcBef>
                        <a:spcAft>
                          <a:spcPts val="0"/>
                        </a:spcAft>
                        <a:buClrTx/>
                        <a:buSzTx/>
                        <a:buFont typeface="Arial" charset="0"/>
                        <a:buChar char="•"/>
                      </a:pPr>
                      <a:endParaRPr lang="en-US" altLang="zh-CN" sz="900" b="1" u="none" dirty="0">
                        <a:latin typeface="+mn-lt"/>
                      </a:endParaRPr>
                    </a:p>
                    <a:p>
                      <a:pPr marL="171450" lvl="0" indent="-171450" algn="l" defTabSz="914391">
                        <a:lnSpc>
                          <a:spcPct val="150000"/>
                        </a:lnSpc>
                        <a:spcBef>
                          <a:spcPts val="0"/>
                        </a:spcBef>
                        <a:spcAft>
                          <a:spcPts val="0"/>
                        </a:spcAft>
                        <a:buClrTx/>
                        <a:buSzTx/>
                        <a:buFont typeface="Arial" charset="0"/>
                        <a:buChar char="•"/>
                      </a:pPr>
                      <a:r>
                        <a:rPr lang="zh-CN" altLang="en-US" sz="900" b="1" u="none" dirty="0">
                          <a:latin typeface="+mn-lt"/>
                        </a:rPr>
                        <a:t>雷渊主君</a:t>
                      </a:r>
                      <a:r>
                        <a:rPr lang="en-US" altLang="zh-CN" sz="900" b="1" u="none" dirty="0">
                          <a:latin typeface="+mn-lt"/>
                        </a:rPr>
                        <a:t>·</a:t>
                      </a:r>
                      <a:r>
                        <a:rPr lang="zh-CN" altLang="en-US" sz="900" b="1" u="none" dirty="0">
                          <a:latin typeface="+mn-lt"/>
                        </a:rPr>
                        <a:t>迦尔纳罗斯 （古龙种）</a:t>
                      </a:r>
                      <a:endParaRPr lang="en-US" altLang="zh-CN" sz="900" b="1" u="none" dirty="0">
                        <a:latin typeface="+mn-lt"/>
                      </a:endParaRPr>
                    </a:p>
                    <a:p>
                      <a:pPr marL="0" lvl="0" indent="0" algn="l" defTabSz="914391">
                        <a:lnSpc>
                          <a:spcPct val="150000"/>
                        </a:lnSpc>
                        <a:spcBef>
                          <a:spcPts val="0"/>
                        </a:spcBef>
                        <a:spcAft>
                          <a:spcPts val="0"/>
                        </a:spcAft>
                        <a:buClrTx/>
                        <a:buSzTx/>
                        <a:buFont typeface="Arial" charset="0"/>
                        <a:buNone/>
                      </a:pPr>
                      <a:r>
                        <a:rPr lang="zh-CN" altLang="en-US" sz="900" b="0" u="none" kern="1200" dirty="0">
                          <a:solidFill>
                            <a:schemeClr val="lt1"/>
                          </a:solidFill>
                          <a:latin typeface="+mn-lt"/>
                          <a:ea typeface="+mn-ea"/>
                          <a:cs typeface="+mn-cs"/>
                        </a:rPr>
                        <a:t>     作为雷殒沙海的能量主宰，其活动引发雷暴频率激增，迫使其他生物迁徙避让。龙形躯体缠绕电弧，翼膜由雷云构成，核心为悬浮的「雷殒之瞳」，可操控区域天气与电磁场。尾部嵌入晶矿形成链状闪电鞭。</a:t>
                      </a:r>
                      <a:endParaRPr lang="en-US" altLang="zh-CN" sz="900" b="0" u="none" kern="1200" dirty="0">
                        <a:solidFill>
                          <a:schemeClr val="lt1"/>
                        </a:solidFill>
                        <a:latin typeface="+mn-lt"/>
                        <a:ea typeface="+mn-ea"/>
                        <a:cs typeface="+mn-cs"/>
                      </a:endParaRPr>
                    </a:p>
                    <a:p>
                      <a:pPr marL="0" lvl="0" indent="0" algn="l" defTabSz="914391">
                        <a:lnSpc>
                          <a:spcPct val="150000"/>
                        </a:lnSpc>
                        <a:spcBef>
                          <a:spcPts val="0"/>
                        </a:spcBef>
                        <a:spcAft>
                          <a:spcPts val="0"/>
                        </a:spcAft>
                        <a:buClrTx/>
                        <a:buSzTx/>
                        <a:buFont typeface="Arial" charset="0"/>
                        <a:buNone/>
                      </a:pPr>
                      <a:endParaRPr lang="en-US" altLang="zh-CN" sz="900" b="0" u="none" kern="1200" dirty="0">
                        <a:solidFill>
                          <a:schemeClr val="lt1"/>
                        </a:solidFill>
                        <a:latin typeface="+mn-lt"/>
                        <a:ea typeface="+mn-ea"/>
                        <a:cs typeface="+mn-cs"/>
                      </a:endParaRPr>
                    </a:p>
                    <a:p>
                      <a:pPr marL="0" lvl="0" indent="0" algn="l" defTabSz="914391">
                        <a:lnSpc>
                          <a:spcPct val="150000"/>
                        </a:lnSpc>
                        <a:spcBef>
                          <a:spcPts val="0"/>
                        </a:spcBef>
                        <a:spcAft>
                          <a:spcPts val="0"/>
                        </a:spcAft>
                        <a:buClrTx/>
                        <a:buSzTx/>
                        <a:buFont typeface="Arial" charset="0"/>
                        <a:buNone/>
                      </a:pPr>
                      <a:r>
                        <a:rPr lang="zh-CN" altLang="en-US" sz="900" b="0" i="1" u="none" kern="1200" dirty="0">
                          <a:solidFill>
                            <a:srgbClr val="FFC000"/>
                          </a:solidFill>
                          <a:latin typeface="+mn-lt"/>
                          <a:ea typeface="+mn-ea"/>
                          <a:cs typeface="+mn-cs"/>
                        </a:rPr>
                        <a:t>战斗机制 ：</a:t>
                      </a:r>
                      <a:endParaRPr lang="en-US" altLang="zh-CN" sz="900" b="0" i="1" u="none" kern="1200" dirty="0">
                        <a:solidFill>
                          <a:srgbClr val="FFC000"/>
                        </a:solidFill>
                        <a:latin typeface="+mn-lt"/>
                        <a:ea typeface="+mn-ea"/>
                        <a:cs typeface="+mn-cs"/>
                      </a:endParaRPr>
                    </a:p>
                    <a:p>
                      <a:pPr marL="0" lvl="0" indent="0" algn="l" defTabSz="914391">
                        <a:lnSpc>
                          <a:spcPct val="150000"/>
                        </a:lnSpc>
                        <a:spcBef>
                          <a:spcPts val="0"/>
                        </a:spcBef>
                        <a:spcAft>
                          <a:spcPts val="0"/>
                        </a:spcAft>
                        <a:buClrTx/>
                        <a:buSzTx/>
                        <a:buFont typeface="Arial" charset="0"/>
                        <a:buNone/>
                      </a:pPr>
                      <a:r>
                        <a:rPr lang="en-US" altLang="zh-CN" sz="900" b="0" i="1" u="none" kern="1200" dirty="0">
                          <a:solidFill>
                            <a:srgbClr val="FFC000"/>
                          </a:solidFill>
                          <a:latin typeface="+mn-lt"/>
                          <a:ea typeface="+mn-ea"/>
                          <a:cs typeface="+mn-cs"/>
                        </a:rPr>
                        <a:t>P1</a:t>
                      </a:r>
                      <a:r>
                        <a:rPr lang="zh-CN" altLang="en-US" sz="900" b="0" i="1" u="none" kern="1200" dirty="0">
                          <a:solidFill>
                            <a:srgbClr val="FFC000"/>
                          </a:solidFill>
                          <a:latin typeface="+mn-lt"/>
                          <a:ea typeface="+mn-ea"/>
                          <a:cs typeface="+mn-cs"/>
                        </a:rPr>
                        <a:t>阶段</a:t>
                      </a:r>
                      <a:r>
                        <a:rPr lang="en-US" altLang="zh-CN" sz="900" b="0" i="1" u="none" kern="1200" dirty="0">
                          <a:solidFill>
                            <a:srgbClr val="FFC000"/>
                          </a:solidFill>
                          <a:latin typeface="+mn-lt"/>
                          <a:ea typeface="+mn-ea"/>
                          <a:cs typeface="+mn-cs"/>
                        </a:rPr>
                        <a:t>——</a:t>
                      </a:r>
                      <a:r>
                        <a:rPr lang="zh-CN" altLang="en-US" sz="900" b="0" i="1" u="none" kern="1200" dirty="0">
                          <a:solidFill>
                            <a:srgbClr val="FFC000"/>
                          </a:solidFill>
                          <a:latin typeface="+mn-lt"/>
                          <a:ea typeface="+mn-ea"/>
                          <a:cs typeface="+mn-cs"/>
                        </a:rPr>
                        <a:t>雷击岩柱</a:t>
                      </a:r>
                      <a:r>
                        <a:rPr lang="zh-CN" altLang="en-US" sz="900" b="0" i="1" u="none" dirty="0">
                          <a:solidFill>
                            <a:srgbClr val="FFC000"/>
                          </a:solidFill>
                          <a:latin typeface="+mn-lt"/>
                        </a:rPr>
                        <a:t>：</a:t>
                      </a:r>
                      <a:r>
                        <a:rPr lang="zh-CN" altLang="en-US" sz="900" b="0" i="1" u="none" kern="1200" dirty="0">
                          <a:solidFill>
                            <a:srgbClr val="FFC000"/>
                          </a:solidFill>
                          <a:latin typeface="+mn-lt"/>
                          <a:ea typeface="+mn-ea"/>
                          <a:cs typeface="+mn-cs"/>
                        </a:rPr>
                        <a:t>雷主利用雷击岩柱作为屏障，玩家需将岩柱导电反击。雷主释放「雷殒新星」全屏冲击波，可躲入流沙坑规避。</a:t>
                      </a:r>
                      <a:endParaRPr lang="en-US" altLang="zh-CN" sz="900" b="0" i="1" u="none" kern="1200" dirty="0">
                        <a:solidFill>
                          <a:srgbClr val="FFC000"/>
                        </a:solidFill>
                        <a:latin typeface="+mn-lt"/>
                        <a:ea typeface="+mn-ea"/>
                        <a:cs typeface="+mn-cs"/>
                      </a:endParaRPr>
                    </a:p>
                    <a:p>
                      <a:pPr marL="0" lvl="0" indent="0" algn="l" defTabSz="914391">
                        <a:lnSpc>
                          <a:spcPct val="150000"/>
                        </a:lnSpc>
                        <a:spcBef>
                          <a:spcPts val="0"/>
                        </a:spcBef>
                        <a:spcAft>
                          <a:spcPts val="0"/>
                        </a:spcAft>
                        <a:buClrTx/>
                        <a:buSzTx/>
                        <a:buFont typeface="Arial" charset="0"/>
                        <a:buNone/>
                      </a:pPr>
                      <a:endParaRPr lang="en-US" altLang="zh-CN" sz="900" b="0" i="1" u="none" kern="1200" dirty="0">
                        <a:solidFill>
                          <a:srgbClr val="FFC000"/>
                        </a:solidFill>
                        <a:latin typeface="+mn-lt"/>
                        <a:ea typeface="+mn-ea"/>
                        <a:cs typeface="+mn-cs"/>
                      </a:endParaRPr>
                    </a:p>
                    <a:p>
                      <a:pPr marL="0" lvl="0" indent="0" algn="l" defTabSz="914391">
                        <a:lnSpc>
                          <a:spcPct val="150000"/>
                        </a:lnSpc>
                        <a:spcBef>
                          <a:spcPts val="0"/>
                        </a:spcBef>
                        <a:spcAft>
                          <a:spcPts val="0"/>
                        </a:spcAft>
                        <a:buClrTx/>
                        <a:buSzTx/>
                        <a:buFont typeface="Arial" charset="0"/>
                        <a:buNone/>
                      </a:pPr>
                      <a:r>
                        <a:rPr lang="en-US" altLang="zh-CN" sz="900" b="0" i="1" u="none" kern="1200" dirty="0">
                          <a:solidFill>
                            <a:srgbClr val="FFC000"/>
                          </a:solidFill>
                          <a:latin typeface="+mn-lt"/>
                          <a:ea typeface="+mn-ea"/>
                          <a:cs typeface="+mn-cs"/>
                        </a:rPr>
                        <a:t>P2</a:t>
                      </a:r>
                      <a:r>
                        <a:rPr lang="zh-CN" altLang="en-US" sz="900" b="0" i="1" u="none" kern="1200" dirty="0">
                          <a:solidFill>
                            <a:srgbClr val="FFC000"/>
                          </a:solidFill>
                          <a:latin typeface="+mn-lt"/>
                          <a:ea typeface="+mn-ea"/>
                          <a:cs typeface="+mn-cs"/>
                        </a:rPr>
                        <a:t>阶段</a:t>
                      </a:r>
                      <a:r>
                        <a:rPr lang="en-US" altLang="zh-CN" sz="900" b="0" i="1" u="none" kern="1200" dirty="0">
                          <a:solidFill>
                            <a:srgbClr val="FFC000"/>
                          </a:solidFill>
                          <a:latin typeface="+mn-lt"/>
                          <a:ea typeface="+mn-ea"/>
                          <a:cs typeface="+mn-cs"/>
                        </a:rPr>
                        <a:t>——</a:t>
                      </a:r>
                      <a:r>
                        <a:rPr lang="zh-CN" altLang="en-US" sz="900" b="0" i="1" u="none" kern="1200" dirty="0">
                          <a:solidFill>
                            <a:srgbClr val="FFC000"/>
                          </a:solidFill>
                          <a:latin typeface="+mn-lt"/>
                          <a:ea typeface="+mn-ea"/>
                          <a:cs typeface="+mn-cs"/>
                        </a:rPr>
                        <a:t>雷云融合</a:t>
                      </a:r>
                      <a:r>
                        <a:rPr lang="zh-CN" altLang="en-US" sz="900" b="0" i="1" u="none" dirty="0">
                          <a:solidFill>
                            <a:srgbClr val="FFC000"/>
                          </a:solidFill>
                          <a:latin typeface="+mn-lt"/>
                        </a:rPr>
                        <a:t>：</a:t>
                      </a:r>
                      <a:r>
                        <a:rPr lang="zh-CN" altLang="en-US" sz="900" b="0" i="1" u="none" kern="1200" dirty="0">
                          <a:solidFill>
                            <a:srgbClr val="FFC000"/>
                          </a:solidFill>
                          <a:latin typeface="+mn-lt"/>
                          <a:ea typeface="+mn-ea"/>
                          <a:cs typeface="+mn-cs"/>
                        </a:rPr>
                        <a:t>与雷暴云合体，化身半透明电磁体，攻击附带麻痹与磁场牵引效果，需击落岩柱制造绝缘区域。</a:t>
                      </a:r>
                      <a:endParaRPr lang="en-US" altLang="zh-CN" sz="900" b="0" i="1" u="none" kern="1200" dirty="0">
                        <a:solidFill>
                          <a:srgbClr val="FFC000"/>
                        </a:solidFill>
                        <a:latin typeface="+mn-lt"/>
                        <a:ea typeface="+mn-ea"/>
                        <a:cs typeface="+mn-cs"/>
                      </a:endParaRPr>
                    </a:p>
                    <a:p>
                      <a:pPr marL="0" lvl="0" indent="0" algn="l" defTabSz="914391">
                        <a:lnSpc>
                          <a:spcPct val="150000"/>
                        </a:lnSpc>
                        <a:spcBef>
                          <a:spcPts val="0"/>
                        </a:spcBef>
                        <a:spcAft>
                          <a:spcPts val="0"/>
                        </a:spcAft>
                        <a:buClrTx/>
                        <a:buSzTx/>
                        <a:buFont typeface="Arial" charset="0"/>
                        <a:buNone/>
                      </a:pPr>
                      <a:endParaRPr lang="en-US" altLang="zh-CN" sz="900" b="0" i="1" u="none" kern="1200" dirty="0">
                        <a:solidFill>
                          <a:srgbClr val="FFC000"/>
                        </a:solidFill>
                        <a:latin typeface="+mn-lt"/>
                        <a:ea typeface="+mn-ea"/>
                        <a:cs typeface="+mn-cs"/>
                      </a:endParaRPr>
                    </a:p>
                    <a:p>
                      <a:pPr marL="0" marR="0" lvl="0" indent="0" algn="l" defTabSz="914391" eaLnBrk="1" fontAlgn="auto" latinLnBrk="0" hangingPunct="1">
                        <a:lnSpc>
                          <a:spcPct val="150000"/>
                        </a:lnSpc>
                        <a:spcBef>
                          <a:spcPts val="0"/>
                        </a:spcBef>
                        <a:spcAft>
                          <a:spcPts val="0"/>
                        </a:spcAft>
                        <a:buClrTx/>
                        <a:buSzTx/>
                        <a:buFont typeface="Arial" charset="0"/>
                        <a:buNone/>
                        <a:tabLst/>
                        <a:defRPr/>
                      </a:pPr>
                      <a:r>
                        <a:rPr lang="en-US" altLang="zh-CN" sz="900" b="0" i="1" u="none" kern="1200" dirty="0">
                          <a:solidFill>
                            <a:srgbClr val="FFC000"/>
                          </a:solidFill>
                          <a:latin typeface="+mn-lt"/>
                          <a:ea typeface="+mn-ea"/>
                          <a:cs typeface="+mn-cs"/>
                        </a:rPr>
                        <a:t>P3</a:t>
                      </a:r>
                      <a:r>
                        <a:rPr lang="zh-CN" altLang="en-US" sz="900" b="0" i="1" u="none" kern="1200" dirty="0">
                          <a:solidFill>
                            <a:srgbClr val="FFC000"/>
                          </a:solidFill>
                          <a:latin typeface="+mn-lt"/>
                          <a:ea typeface="+mn-ea"/>
                          <a:cs typeface="+mn-cs"/>
                        </a:rPr>
                        <a:t>阶段</a:t>
                      </a:r>
                      <a:r>
                        <a:rPr lang="en-US" altLang="zh-CN" sz="900" b="0" i="1" u="none" kern="1200" dirty="0">
                          <a:solidFill>
                            <a:srgbClr val="FFC000"/>
                          </a:solidFill>
                          <a:latin typeface="+mn-lt"/>
                          <a:ea typeface="+mn-ea"/>
                          <a:cs typeface="+mn-cs"/>
                        </a:rPr>
                        <a:t>——</a:t>
                      </a:r>
                      <a:r>
                        <a:rPr lang="zh-CN" altLang="en-US" sz="900" b="0" i="1" u="none" kern="1200" dirty="0">
                          <a:solidFill>
                            <a:srgbClr val="FFC000"/>
                          </a:solidFill>
                          <a:latin typeface="+mn-lt"/>
                          <a:ea typeface="+mn-ea"/>
                          <a:cs typeface="+mn-cs"/>
                        </a:rPr>
                        <a:t>雷爆过载</a:t>
                      </a:r>
                      <a:r>
                        <a:rPr lang="zh-CN" altLang="en-US" sz="900" b="0" i="1" u="none" dirty="0">
                          <a:solidFill>
                            <a:srgbClr val="FFC000"/>
                          </a:solidFill>
                          <a:latin typeface="+mn-lt"/>
                        </a:rPr>
                        <a:t>：</a:t>
                      </a:r>
                      <a:r>
                        <a:rPr lang="zh-CN" altLang="en-US" sz="900" b="0" i="1" u="none" kern="1200" dirty="0">
                          <a:solidFill>
                            <a:srgbClr val="FFC000"/>
                          </a:solidFill>
                          <a:latin typeface="+mn-lt"/>
                          <a:ea typeface="+mn-ea"/>
                          <a:cs typeface="+mn-cs"/>
                        </a:rPr>
                        <a:t>核心过载自毁，引发连锁雷爆与沙海塌陷，玩家需在限时内破坏其尾部能量链。</a:t>
                      </a:r>
                      <a:endParaRPr lang="en-US" altLang="en-US" sz="900" b="0" i="1" u="none" kern="1200" dirty="0">
                        <a:solidFill>
                          <a:srgbClr val="FFC000"/>
                        </a:solidFill>
                        <a:latin typeface="+mn-lt"/>
                        <a:ea typeface="+mn-ea"/>
                        <a:cs typeface="+mn-cs"/>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5;p13"/>
          <p:cNvSpPr txBox="1"/>
          <p:nvPr/>
        </p:nvSpPr>
        <p:spPr>
          <a:xfrm>
            <a:off x="792001" y="1635646"/>
            <a:ext cx="7559999" cy="1728192"/>
          </a:xfrm>
          <a:prstGeom prst="rect">
            <a:avLst/>
          </a:prstGeom>
          <a:noFill/>
          <a:ln>
            <a:noFill/>
          </a:ln>
        </p:spPr>
        <p:txBody>
          <a:bodyPr wrap="square" lIns="68569" tIns="68569" rIns="68569" bIns="68569" anchor="ctr" anchorCtr="0"/>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ctr" defTabSz="685800">
              <a:lnSpc>
                <a:spcPct val="100000"/>
              </a:lnSpc>
              <a:spcBef>
                <a:spcPts val="0"/>
              </a:spcBef>
              <a:spcAft>
                <a:spcPts val="0"/>
              </a:spcAft>
              <a:buClr>
                <a:srgbClr val="000000"/>
              </a:buClr>
              <a:buSzTx/>
              <a:buFont typeface="Arial"/>
              <a:buNone/>
            </a:pPr>
            <a:r>
              <a:rPr lang="en-US" altLang="en-US" sz="4000" b="1">
                <a:solidFill>
                  <a:schemeClr val="bg1"/>
                </a:solidFill>
                <a:latin typeface="Calibri"/>
                <a:ea typeface="Trebuchet MS"/>
              </a:rPr>
              <a:t>Location outline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551" y="123478"/>
            <a:ext cx="8784975" cy="390919"/>
          </a:xfrm>
          <a:prstGeom prst="rect">
            <a:avLst/>
          </a:prstGeom>
          <a:noFill/>
          <a:ln>
            <a:noFill/>
          </a:ln>
        </p:spPr>
        <p:txBody>
          <a:bodyPr anchor="ctr"/>
          <a:lstStyle/>
          <a:p>
            <a:pPr marL="0" lvl="0" indent="0" algn="ctr" defTabSz="914400">
              <a:lnSpc>
                <a:spcPct val="100000"/>
              </a:lnSpc>
              <a:spcBef>
                <a:spcPts val="0"/>
              </a:spcBef>
              <a:spcAft>
                <a:spcPts val="0"/>
              </a:spcAft>
              <a:buClrTx/>
              <a:buSzTx/>
              <a:buFontTx/>
              <a:buNone/>
            </a:pPr>
            <a:r>
              <a:rPr lang="en-CA" altLang="en-CA" sz="2800" b="1">
                <a:solidFill>
                  <a:srgbClr val="EEEEEE"/>
                </a:solidFill>
                <a:latin typeface="Calibri"/>
              </a:rPr>
              <a:t>MISSION </a:t>
            </a:r>
            <a:r>
              <a:rPr lang="en-CA" altLang="en-CA" sz="2800" b="1" i="0" u="none" strike="noStrike" kern="1200" spc="0" baseline="0">
                <a:solidFill>
                  <a:srgbClr val="EEEEEE"/>
                </a:solidFill>
                <a:latin typeface="Calibri"/>
                <a:ea typeface="+mn-ea"/>
              </a:rPr>
              <a:t>LOCATION MAP</a:t>
            </a:r>
            <a:endParaRPr lang="en-CA" altLang="en-CA" sz="2800" b="1" i="0" u="none" strike="noStrike" kern="1200" spc="0" baseline="0">
              <a:solidFill>
                <a:srgbClr val="EEEEEE">
                  <a:lumMod val="75000"/>
                </a:srgbClr>
              </a:solidFill>
              <a:latin typeface="Calibri"/>
              <a:ea typeface="+mn-ea"/>
            </a:endParaRPr>
          </a:p>
        </p:txBody>
      </p:sp>
      <p:pic>
        <p:nvPicPr>
          <p:cNvPr id="6" name="img317109"/>
          <p:cNvPicPr>
            <a:picLocks noChangeAspect="1"/>
          </p:cNvPicPr>
          <p:nvPr/>
        </p:nvPicPr>
        <p:blipFill>
          <a:blip r:embed="rId3"/>
          <a:stretch/>
        </p:blipFill>
        <p:spPr>
          <a:xfrm>
            <a:off x="1691680" y="843558"/>
            <a:ext cx="3862612" cy="3923923"/>
          </a:xfrm>
          <a:prstGeom prst="rect">
            <a:avLst/>
          </a:prstGeom>
          <a:noFill/>
        </p:spPr>
      </p:pic>
      <p:sp>
        <p:nvSpPr>
          <p:cNvPr id="7" name="Rectangle 6"/>
          <p:cNvSpPr/>
          <p:nvPr/>
        </p:nvSpPr>
        <p:spPr>
          <a:xfrm>
            <a:off x="5796136" y="1491630"/>
            <a:ext cx="2592288" cy="1944216"/>
          </a:xfrm>
          <a:prstGeom prst="wedgeRectCallout">
            <a:avLst>
              <a:gd name="adj1" fmla="val -59989"/>
              <a:gd name="adj2" fmla="val 23919"/>
            </a:avLst>
          </a:prstGeom>
          <a:solidFill>
            <a:schemeClr val="bg1"/>
          </a:solidFill>
          <a:ln w="12700" cap="flat" cmpd="sng">
            <a:solidFill>
              <a:schemeClr val="accent1">
                <a:shade val="50000"/>
              </a:schemeClr>
            </a:solidFill>
            <a:prstDash val="solid"/>
            <a:miter/>
          </a:ln>
        </p:spPr>
        <p:txBody>
          <a:bodyPr anchor="t"/>
          <a:lstStyle/>
          <a:p>
            <a:r>
              <a:rPr lang="en-US" altLang="en-US" sz="900">
                <a:solidFill>
                  <a:schemeClr val="tx1"/>
                </a:solidFill>
                <a:latin typeface="Calibri"/>
              </a:rPr>
              <a:t>Note, this map you proposed is a good example of the level of zoom expected here.</a:t>
            </a:r>
          </a:p>
          <a:p>
            <a:endParaRPr lang="en-US" altLang="en-US" sz="900">
              <a:solidFill>
                <a:schemeClr val="tx1"/>
              </a:solidFill>
              <a:latin typeface="Calibri"/>
            </a:endParaRPr>
          </a:p>
          <a:p>
            <a:r>
              <a:rPr lang="en-US" altLang="en-US" sz="900">
                <a:solidFill>
                  <a:schemeClr val="tx1"/>
                </a:solidFill>
                <a:latin typeface="Calibri"/>
              </a:rPr>
              <a:t>The mission route presented might have to be revised to fit the gameplay &amp; narrative flow</a:t>
            </a:r>
          </a:p>
          <a:p>
            <a:r>
              <a:rPr lang="en-US" altLang="en-US" sz="900">
                <a:solidFill>
                  <a:schemeClr val="tx1"/>
                </a:solidFill>
                <a:latin typeface="Calibri"/>
              </a:rPr>
              <a:t>It would need to highlight all the locations &amp; key sites of the mission:</a:t>
            </a:r>
          </a:p>
          <a:p>
            <a:pPr marL="171450" indent="-171450">
              <a:buFont typeface="Arial" charset="0"/>
              <a:buChar char="•"/>
            </a:pPr>
            <a:r>
              <a:rPr lang="en-US" altLang="en-US" sz="900">
                <a:solidFill>
                  <a:schemeClr val="tx1"/>
                </a:solidFill>
                <a:latin typeface="Calibri"/>
              </a:rPr>
              <a:t>JTF checkpoint</a:t>
            </a:r>
          </a:p>
          <a:p>
            <a:pPr marL="171450" indent="-171450">
              <a:buFont typeface="Arial" charset="0"/>
              <a:buChar char="•"/>
            </a:pPr>
            <a:r>
              <a:rPr lang="en-US" altLang="en-US" sz="900">
                <a:solidFill>
                  <a:schemeClr val="tx1"/>
                </a:solidFill>
                <a:latin typeface="Calibri"/>
              </a:rPr>
              <a:t>Refugees gathering point</a:t>
            </a:r>
          </a:p>
          <a:p>
            <a:pPr marL="171450" indent="-171450">
              <a:buFont typeface="Arial" charset="0"/>
              <a:buChar char="•"/>
            </a:pPr>
            <a:r>
              <a:rPr lang="en-US" altLang="en-US" sz="900">
                <a:solidFill>
                  <a:schemeClr val="tx1"/>
                </a:solidFill>
                <a:latin typeface="Calibri"/>
              </a:rPr>
              <a:t>HSBC bank road block</a:t>
            </a:r>
          </a:p>
          <a:p>
            <a:pPr marL="171450" indent="-171450">
              <a:buFont typeface="Arial" charset="0"/>
              <a:buChar char="•"/>
            </a:pPr>
            <a:r>
              <a:rPr lang="en-US" altLang="en-US" sz="900">
                <a:solidFill>
                  <a:schemeClr val="tx1"/>
                </a:solidFill>
                <a:latin typeface="Calibri"/>
              </a:rPr>
              <a:t>JTF pick-up point</a:t>
            </a:r>
          </a:p>
          <a:p>
            <a:pPr marL="171450" indent="-171450">
              <a:buFont typeface="Arial" charset="0"/>
              <a:buChar char="•"/>
            </a:pPr>
            <a:endParaRPr lang="en-US" altLang="en-US" sz="900">
              <a:solidFill>
                <a:schemeClr val="tx1"/>
              </a:solidFill>
              <a:latin typeface="Calibri"/>
            </a:endParaRPr>
          </a:p>
          <a:p>
            <a:pPr marL="171450" indent="-171450">
              <a:buFont typeface="Arial" charset="0"/>
              <a:buChar char="•"/>
            </a:pPr>
            <a:endParaRPr lang="en-US" altLang="en-US" sz="900">
              <a:solidFill>
                <a:schemeClr val="tx1"/>
              </a:solidFill>
              <a:latin typeface="Calibri"/>
            </a:endParaRPr>
          </a:p>
          <a:p>
            <a:endParaRPr lang="en-US" altLang="en-US" sz="900">
              <a:solidFill>
                <a:schemeClr val="tx1"/>
              </a:solidFill>
              <a:latin typeface="Calibri"/>
            </a:endParaRPr>
          </a:p>
          <a:p>
            <a:endParaRPr lang="en-US" altLang="en-US" sz="900">
              <a:solidFill>
                <a:schemeClr val="tx1"/>
              </a:solidFill>
              <a:latin typeface="Calibri"/>
            </a:endParaRPr>
          </a:p>
          <a:p>
            <a:endParaRPr lang="en-US" altLang="en-US" sz="900">
              <a:solidFill>
                <a:schemeClr val="tx1"/>
              </a:solidFill>
              <a:latin typeface="Calibri"/>
            </a:endParaRPr>
          </a:p>
          <a:p>
            <a:endParaRPr lang="en-US" altLang="en-US" sz="900">
              <a:solidFill>
                <a:schemeClr val="tx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e 22"/>
          <p:cNvGrpSpPr/>
          <p:nvPr/>
        </p:nvGrpSpPr>
        <p:grpSpPr>
          <a:xfrm>
            <a:off x="158537" y="1275606"/>
            <a:ext cx="8817053" cy="338554"/>
            <a:chOff x="158537" y="1419622"/>
            <a:chExt cx="8817053" cy="338554"/>
          </a:xfrm>
        </p:grpSpPr>
        <p:grpSp>
          <p:nvGrpSpPr>
            <p:cNvPr id="3" name="Groupe 2"/>
            <p:cNvGrpSpPr/>
            <p:nvPr/>
          </p:nvGrpSpPr>
          <p:grpSpPr>
            <a:xfrm>
              <a:off x="1259631" y="1419622"/>
              <a:ext cx="7715959" cy="338554"/>
              <a:chOff x="202525" y="1359328"/>
              <a:chExt cx="8773066" cy="338554"/>
            </a:xfrm>
          </p:grpSpPr>
          <p:sp>
            <p:nvSpPr>
              <p:cNvPr id="40" name="TextBox 76"/>
              <p:cNvSpPr txBox="1"/>
              <p:nvPr/>
            </p:nvSpPr>
            <p:spPr>
              <a:xfrm>
                <a:off x="202525"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sp>
            <p:nvSpPr>
              <p:cNvPr id="41" name="TextBox 76"/>
              <p:cNvSpPr txBox="1"/>
              <p:nvPr/>
            </p:nvSpPr>
            <p:spPr>
              <a:xfrm>
                <a:off x="1457220"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sp>
            <p:nvSpPr>
              <p:cNvPr id="42" name="TextBox 76"/>
              <p:cNvSpPr txBox="1"/>
              <p:nvPr/>
            </p:nvSpPr>
            <p:spPr>
              <a:xfrm>
                <a:off x="2711915"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sp>
            <p:nvSpPr>
              <p:cNvPr id="44" name="TextBox 76"/>
              <p:cNvSpPr txBox="1"/>
              <p:nvPr/>
            </p:nvSpPr>
            <p:spPr>
              <a:xfrm>
                <a:off x="3966610"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sp>
            <p:nvSpPr>
              <p:cNvPr id="45" name="TextBox 76"/>
              <p:cNvSpPr txBox="1"/>
              <p:nvPr/>
            </p:nvSpPr>
            <p:spPr>
              <a:xfrm>
                <a:off x="5221305"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sp>
            <p:nvSpPr>
              <p:cNvPr id="46" name="TextBox 76"/>
              <p:cNvSpPr txBox="1"/>
              <p:nvPr/>
            </p:nvSpPr>
            <p:spPr>
              <a:xfrm>
                <a:off x="6471696"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sp>
            <p:nvSpPr>
              <p:cNvPr id="47" name="TextBox 76"/>
              <p:cNvSpPr txBox="1"/>
              <p:nvPr/>
            </p:nvSpPr>
            <p:spPr>
              <a:xfrm>
                <a:off x="7726391" y="1359328"/>
                <a:ext cx="1249200"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grpSp>
        <p:sp>
          <p:nvSpPr>
            <p:cNvPr id="60" name="TextBox 76"/>
            <p:cNvSpPr txBox="1"/>
            <p:nvPr/>
          </p:nvSpPr>
          <p:spPr>
            <a:xfrm>
              <a:off x="158537" y="1419622"/>
              <a:ext cx="1098678" cy="338554"/>
            </a:xfrm>
            <a:prstGeom prst="rect">
              <a:avLst/>
            </a:prstGeom>
            <a:noFill/>
            <a:ln w="6350">
              <a:solidFill>
                <a:schemeClr val="accent6"/>
              </a:solidFill>
              <a:prstDash val="solid"/>
              <a:miter/>
            </a:ln>
          </p:spPr>
          <p:txBody>
            <a:bodyPr wrap="square">
              <a:spAutoFit/>
            </a:bodyPr>
            <a:lstStyle/>
            <a:p>
              <a:pPr algn="ctr"/>
              <a:r>
                <a:rPr lang="en-US" altLang="en-US" sz="800" b="1">
                  <a:solidFill>
                    <a:schemeClr val="accent6"/>
                  </a:solidFill>
                  <a:latin typeface="Calibri"/>
                </a:rPr>
                <a:t>(Copy paste gameplay block here)</a:t>
              </a:r>
            </a:p>
          </p:txBody>
        </p:sp>
      </p:grpSp>
      <p:graphicFrame>
        <p:nvGraphicFramePr>
          <p:cNvPr id="49" name="Tableau 48"/>
          <p:cNvGraphicFramePr/>
          <p:nvPr/>
        </p:nvGraphicFramePr>
        <p:xfrm>
          <a:off x="6516215" y="51470"/>
          <a:ext cx="2459374" cy="776519"/>
        </p:xfrm>
        <a:graphic>
          <a:graphicData uri="http://schemas.openxmlformats.org/drawingml/2006/table">
            <a:tbl>
              <a:tblPr firstRow="1" bandRow="1">
                <a:tableStyleId>{37CE84F3-28C3-443E-9E96-99CF82512B78}</a:tableStyleId>
              </a:tblPr>
              <a:tblGrid>
                <a:gridCol w="1229687">
                  <a:extLst>
                    <a:ext uri="{9D8B030D-6E8A-4147-A177-3AD203B41FA5}">
                      <a16:colId xmlns:a16="http://schemas.microsoft.com/office/drawing/2014/main" val="20000"/>
                    </a:ext>
                  </a:extLst>
                </a:gridCol>
                <a:gridCol w="1229687">
                  <a:extLst>
                    <a:ext uri="{9D8B030D-6E8A-4147-A177-3AD203B41FA5}">
                      <a16:colId xmlns:a16="http://schemas.microsoft.com/office/drawing/2014/main" val="20001"/>
                    </a:ext>
                  </a:extLst>
                </a:gridCol>
              </a:tblGrid>
              <a:tr h="353034">
                <a:tc gridSpan="2">
                  <a:txBody>
                    <a:bodyPr/>
                    <a:lstStyle/>
                    <a:p>
                      <a:r>
                        <a:rPr lang="en-CA" altLang="en-CA" sz="900" b="1" u="sng">
                          <a:solidFill>
                            <a:schemeClr val="bg1"/>
                          </a:solidFill>
                          <a:latin typeface="Calibri"/>
                        </a:rPr>
                        <a:t>DIFFICULTY ESTIMATE</a:t>
                      </a:r>
                    </a:p>
                  </a:txBody>
                  <a:tcPr anchor="ct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tc hMerge="1">
                  <a:txBody>
                    <a:bodyPr/>
                    <a:lstStyle/>
                    <a:p>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23485">
                <a:tc>
                  <a:txBody>
                    <a:bodyPr/>
                    <a:lstStyle/>
                    <a:p>
                      <a:r>
                        <a:rPr lang="en-CA" altLang="en-CA" sz="900" b="1" u="sng">
                          <a:solidFill>
                            <a:schemeClr val="accent6"/>
                          </a:solidFill>
                          <a:latin typeface="Calibri"/>
                        </a:rPr>
                        <a:t>BUDGET</a:t>
                      </a:r>
                      <a:r>
                        <a:rPr lang="en-CA" altLang="en-CA" sz="900" b="1">
                          <a:solidFill>
                            <a:schemeClr val="accent6"/>
                          </a:solidFill>
                          <a:latin typeface="Calibri"/>
                        </a:rPr>
                        <a:t>: </a:t>
                      </a:r>
                    </a:p>
                    <a:p>
                      <a:r>
                        <a:rPr lang="en-CA" altLang="en-CA" sz="900" b="0">
                          <a:solidFill>
                            <a:schemeClr val="accent6"/>
                          </a:solidFill>
                          <a:latin typeface="Calibri"/>
                        </a:rPr>
                        <a:t>Gold</a:t>
                      </a:r>
                      <a:r>
                        <a:rPr lang="en-CA" altLang="en-CA" sz="900" b="0" baseline="0">
                          <a:solidFill>
                            <a:schemeClr val="accent6"/>
                          </a:solidFill>
                          <a:latin typeface="Calibri"/>
                        </a:rPr>
                        <a:t> mission</a:t>
                      </a: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tc>
                  <a:txBody>
                    <a:bodyPr/>
                    <a:lstStyle/>
                    <a:p>
                      <a:r>
                        <a:rPr lang="en-CA" altLang="en-CA" sz="900" b="1" u="sng">
                          <a:solidFill>
                            <a:schemeClr val="accent6"/>
                          </a:solidFill>
                          <a:latin typeface="Calibri"/>
                        </a:rPr>
                        <a:t>DURATION</a:t>
                      </a:r>
                      <a:r>
                        <a:rPr lang="en-CA" altLang="en-CA" sz="900" b="1">
                          <a:solidFill>
                            <a:schemeClr val="accent6"/>
                          </a:solidFill>
                          <a:latin typeface="Calibri"/>
                        </a:rPr>
                        <a:t>:</a:t>
                      </a:r>
                    </a:p>
                    <a:p>
                      <a:r>
                        <a:rPr lang="en-CA" altLang="en-CA" sz="900">
                          <a:solidFill>
                            <a:schemeClr val="accent6"/>
                          </a:solidFill>
                          <a:latin typeface="Calibri"/>
                        </a:rPr>
                        <a:t>15</a:t>
                      </a:r>
                      <a:r>
                        <a:rPr lang="en-CA" altLang="en-CA" sz="900" baseline="0">
                          <a:solidFill>
                            <a:schemeClr val="accent6"/>
                          </a:solidFill>
                          <a:latin typeface="Calibri"/>
                        </a:rPr>
                        <a:t> min</a:t>
                      </a: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
        <p:nvSpPr>
          <p:cNvPr id="7" name="Étoile à 5 branches 6"/>
          <p:cNvSpPr/>
          <p:nvPr/>
        </p:nvSpPr>
        <p:spPr>
          <a:xfrm>
            <a:off x="8429050" y="84600"/>
            <a:ext cx="241825" cy="241825"/>
          </a:xfrm>
          <a:prstGeom prst="star5">
            <a:avLst/>
          </a:prstGeom>
          <a:gradFill rotWithShape="1">
            <a:gsLst>
              <a:gs pos="0">
                <a:schemeClr val="accent6">
                  <a:lumMod val="102000"/>
                  <a:tint val="94000"/>
                </a:schemeClr>
              </a:gs>
              <a:gs pos="50000">
                <a:schemeClr val="accent6">
                  <a:shade val="100000"/>
                  <a:lumMod val="100000"/>
                </a:schemeClr>
              </a:gs>
              <a:gs pos="100000">
                <a:schemeClr val="accent6">
                  <a:shade val="78000"/>
                  <a:lumMod val="99000"/>
                </a:schemeClr>
              </a:gs>
            </a:gsLst>
            <a:lin ang="5400000" scaled="0"/>
          </a:gradFill>
        </p:spPr>
        <p:txBody>
          <a:bodyPr anchor="ctr"/>
          <a:lstStyle/>
          <a:p>
            <a:pPr algn="ctr"/>
            <a:endParaRPr lang="fr-CA" altLang="fr-CA">
              <a:solidFill>
                <a:schemeClr val="lt1"/>
              </a:solidFill>
              <a:latin typeface="Calibri"/>
            </a:endParaRPr>
          </a:p>
        </p:txBody>
      </p:sp>
      <p:sp>
        <p:nvSpPr>
          <p:cNvPr id="8" name="Étoile à 5 branches 7"/>
          <p:cNvSpPr/>
          <p:nvPr/>
        </p:nvSpPr>
        <p:spPr>
          <a:xfrm>
            <a:off x="8670111" y="84600"/>
            <a:ext cx="241825" cy="241825"/>
          </a:xfrm>
          <a:prstGeom prst="star5">
            <a:avLst/>
          </a:prstGeom>
          <a:gradFill rotWithShape="1">
            <a:gsLst>
              <a:gs pos="0">
                <a:schemeClr val="accent6">
                  <a:lumMod val="102000"/>
                  <a:tint val="94000"/>
                </a:schemeClr>
              </a:gs>
              <a:gs pos="50000">
                <a:schemeClr val="accent6">
                  <a:shade val="100000"/>
                  <a:lumMod val="100000"/>
                </a:schemeClr>
              </a:gs>
              <a:gs pos="100000">
                <a:schemeClr val="accent6">
                  <a:shade val="78000"/>
                  <a:lumMod val="99000"/>
                </a:schemeClr>
              </a:gs>
            </a:gsLst>
            <a:lin ang="5400000" scaled="0"/>
          </a:gradFill>
        </p:spPr>
        <p:txBody>
          <a:bodyPr anchor="ctr"/>
          <a:lstStyle/>
          <a:p>
            <a:pPr algn="ctr"/>
            <a:endParaRPr lang="fr-CA" altLang="fr-CA">
              <a:solidFill>
                <a:schemeClr val="lt1"/>
              </a:solidFill>
              <a:latin typeface="Calibri"/>
            </a:endParaRPr>
          </a:p>
        </p:txBody>
      </p:sp>
      <p:graphicFrame>
        <p:nvGraphicFramePr>
          <p:cNvPr id="39" name="Tableau 38"/>
          <p:cNvGraphicFramePr/>
          <p:nvPr/>
        </p:nvGraphicFramePr>
        <p:xfrm>
          <a:off x="158534" y="1723117"/>
          <a:ext cx="6501697" cy="1865240"/>
        </p:xfrm>
        <a:graphic>
          <a:graphicData uri="http://schemas.openxmlformats.org/drawingml/2006/table">
            <a:tbl>
              <a:tblPr firstRow="1" bandRow="1">
                <a:tableStyleId>{37CE84F3-28C3-443E-9E96-99CF82512B78}</a:tableStyleId>
              </a:tblPr>
              <a:tblGrid>
                <a:gridCol w="6501697">
                  <a:extLst>
                    <a:ext uri="{9D8B030D-6E8A-4147-A177-3AD203B41FA5}">
                      <a16:colId xmlns:a16="http://schemas.microsoft.com/office/drawing/2014/main" val="20000"/>
                    </a:ext>
                  </a:extLst>
                </a:gridCol>
              </a:tblGrid>
              <a:tr h="128553">
                <a:tc>
                  <a:txBody>
                    <a:bodyPr/>
                    <a:lstStyle/>
                    <a:p>
                      <a:pPr marL="0" lvl="0" indent="0" algn="l" defTabSz="914391">
                        <a:lnSpc>
                          <a:spcPct val="100000"/>
                        </a:lnSpc>
                        <a:spcBef>
                          <a:spcPts val="0"/>
                        </a:spcBef>
                        <a:spcAft>
                          <a:spcPts val="0"/>
                        </a:spcAft>
                        <a:buClrTx/>
                        <a:buSzTx/>
                        <a:buFontTx/>
                        <a:buNone/>
                      </a:pPr>
                      <a:r>
                        <a:rPr lang="en-CA" altLang="en-CA" sz="1000">
                          <a:latin typeface="Calibri"/>
                        </a:rPr>
                        <a:t>MISSION STEPS / PLAYER’S JOURNEY</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621400">
                <a:tc>
                  <a:txBody>
                    <a:bodyPr/>
                    <a:lstStyle/>
                    <a:p>
                      <a:pPr marL="171450" indent="-171450">
                        <a:buFont typeface="Arial" charset="0"/>
                        <a:buChar char="•"/>
                      </a:pPr>
                      <a:r>
                        <a:rPr lang="en-CA" altLang="en-CA" sz="900">
                          <a:latin typeface="Calibri"/>
                        </a:rPr>
                        <a:t>Intro cinematic explains the outbreak and the activation of First Wave SHD agents, transitioning into character creation (menu step).</a:t>
                      </a:r>
                    </a:p>
                    <a:p>
                      <a:pPr marL="171450" indent="-171450">
                        <a:buFont typeface="Arial" charset="0"/>
                        <a:buChar char="•"/>
                      </a:pPr>
                      <a:r>
                        <a:rPr lang="en-CA" altLang="en-CA" sz="900">
                          <a:latin typeface="Calibri"/>
                        </a:rPr>
                        <a:t>Player arrives at JTF checkpoint and meets with Local JTF Commander. Is asked to help escort Chinese refugees.</a:t>
                      </a:r>
                    </a:p>
                    <a:p>
                      <a:pPr marL="171450" indent="-171450">
                        <a:buFont typeface="Arial" charset="0"/>
                        <a:buChar char="•"/>
                      </a:pPr>
                      <a:r>
                        <a:rPr lang="en-CA" altLang="en-CA" sz="900">
                          <a:latin typeface="Calibri"/>
                        </a:rPr>
                        <a:t>Player goes to the refugee gathering point in Chinatown. Possible light combat along the way.</a:t>
                      </a:r>
                    </a:p>
                    <a:p>
                      <a:pPr marL="171450" indent="-171450">
                        <a:buFont typeface="Arial" charset="0"/>
                        <a:buChar char="•"/>
                      </a:pPr>
                      <a:r>
                        <a:rPr lang="en-CA" altLang="en-CA" sz="900">
                          <a:latin typeface="Calibri"/>
                        </a:rPr>
                        <a:t>Meets with refugee leader Angela Chen and another Division Agent named Kelly at the gathering point. </a:t>
                      </a:r>
                    </a:p>
                    <a:p>
                      <a:pPr marL="171450" indent="-171450">
                        <a:buFont typeface="Arial" charset="0"/>
                        <a:buChar char="•"/>
                      </a:pPr>
                      <a:r>
                        <a:rPr lang="en-CA" altLang="en-CA" sz="900">
                          <a:latin typeface="Calibri"/>
                        </a:rPr>
                        <a:t>Kelly and Player then scout ahead together to clear the way for the refugees. They encounter and defeat small groups of Rioters.</a:t>
                      </a:r>
                    </a:p>
                    <a:p>
                      <a:pPr marL="171450" indent="-171450">
                        <a:buFont typeface="Arial" charset="0"/>
                        <a:buChar char="•"/>
                      </a:pPr>
                      <a:r>
                        <a:rPr lang="en-CA" altLang="en-CA" sz="900">
                          <a:latin typeface="Calibri"/>
                        </a:rPr>
                        <a:t>Arriving at the HSBC Bank building PC</a:t>
                      </a:r>
                      <a:r>
                        <a:rPr lang="en-CA" altLang="en-CA" sz="900" baseline="0">
                          <a:latin typeface="Calibri"/>
                        </a:rPr>
                        <a:t> </a:t>
                      </a:r>
                      <a:r>
                        <a:rPr lang="en-CA" altLang="en-CA" sz="900">
                          <a:latin typeface="Calibri"/>
                        </a:rPr>
                        <a:t>and Kelly must destroy a Rioter road block. The refugees begin to move.</a:t>
                      </a:r>
                    </a:p>
                    <a:p>
                      <a:pPr marL="171450" indent="-171450">
                        <a:buFont typeface="Arial" charset="0"/>
                        <a:buChar char="•"/>
                      </a:pPr>
                      <a:r>
                        <a:rPr lang="en-CA" altLang="en-CA" sz="900">
                          <a:latin typeface="Calibri"/>
                        </a:rPr>
                        <a:t>PC learns that a large group of rioters is approaching along Canal street from the West. They must be held off until the slow-moving refugees are secure. PC and Kelly together with a few JTF make a stand and hold off the Rioters while the refugees move to safety.</a:t>
                      </a:r>
                    </a:p>
                    <a:p>
                      <a:pPr marL="171450" indent="-171450">
                        <a:buFont typeface="Arial" charset="0"/>
                        <a:buChar char="•"/>
                      </a:pPr>
                      <a:r>
                        <a:rPr lang="en-CA" altLang="en-CA" sz="900">
                          <a:latin typeface="Calibri"/>
                        </a:rPr>
                        <a:t>The Rioters try to ram a stolen army truck through the Player’s position, but they are stopped</a:t>
                      </a:r>
                      <a:r>
                        <a:rPr lang="en-CA" altLang="en-CA" sz="900" baseline="0">
                          <a:latin typeface="Calibri"/>
                        </a:rPr>
                        <a:t> (exotic enemy &amp; scripted sequence)</a:t>
                      </a:r>
                      <a:endParaRPr lang="en-CA" altLang="en-CA" sz="900">
                        <a:latin typeface="Calibri"/>
                      </a:endParaRPr>
                    </a:p>
                    <a:p>
                      <a:pPr marL="171450" indent="-171450">
                        <a:buFont typeface="Arial" charset="0"/>
                        <a:buChar char="•"/>
                      </a:pPr>
                      <a:r>
                        <a:rPr lang="en-CA" altLang="en-CA" sz="900">
                          <a:latin typeface="Calibri"/>
                        </a:rPr>
                        <a:t>Having defeated the rioters,</a:t>
                      </a:r>
                      <a:r>
                        <a:rPr lang="en-CA" altLang="en-CA" sz="900" baseline="0">
                          <a:latin typeface="Calibri"/>
                        </a:rPr>
                        <a:t> PC </a:t>
                      </a:r>
                      <a:r>
                        <a:rPr lang="en-CA" altLang="en-CA" sz="900">
                          <a:latin typeface="Calibri"/>
                        </a:rPr>
                        <a:t>rejoins the refugees at the JTF pick-up point and receives their gratitude.</a:t>
                      </a:r>
                    </a:p>
                    <a:p>
                      <a:pPr marL="171450" indent="-171450">
                        <a:buFont typeface="Arial" charset="0"/>
                        <a:buChar char="•"/>
                      </a:pPr>
                      <a:r>
                        <a:rPr lang="en-CA" altLang="en-CA" sz="900">
                          <a:latin typeface="Calibri"/>
                        </a:rPr>
                        <a:t>Kelly gets a call from her close friend Dr O’Neill who reports heavy trouble at a Wall Street field hospital. PC and Kelly must go there.</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
        <p:nvSpPr>
          <p:cNvPr id="48" name="Rectangle 47"/>
          <p:cNvSpPr/>
          <p:nvPr/>
        </p:nvSpPr>
        <p:spPr>
          <a:xfrm>
            <a:off x="158536" y="957070"/>
            <a:ext cx="8817053" cy="246528"/>
          </a:xfrm>
          <a:prstGeom prst="rect">
            <a:avLst/>
          </a:prstGeom>
          <a:solidFill>
            <a:srgbClr val="0070C0"/>
          </a:solidFill>
          <a:ln w="6350">
            <a:solidFill>
              <a:schemeClr val="accent6"/>
            </a:solidFill>
            <a:prstDash val="solid"/>
            <a:miter/>
          </a:ln>
        </p:spPr>
        <p:txBody>
          <a:bodyPr anchor="ctr"/>
          <a:lstStyle/>
          <a:p>
            <a:r>
              <a:rPr lang="en-CA" altLang="en-CA" sz="1000" b="1">
                <a:solidFill>
                  <a:schemeClr val="bg1"/>
                </a:solidFill>
                <a:latin typeface="Calibri"/>
              </a:rPr>
              <a:t>GAMEPLAY BLOCKS</a:t>
            </a:r>
          </a:p>
        </p:txBody>
      </p:sp>
      <p:graphicFrame>
        <p:nvGraphicFramePr>
          <p:cNvPr id="67" name="Tableau 66"/>
          <p:cNvGraphicFramePr/>
          <p:nvPr/>
        </p:nvGraphicFramePr>
        <p:xfrm>
          <a:off x="6788614" y="1722800"/>
          <a:ext cx="2186975" cy="900681"/>
        </p:xfrm>
        <a:graphic>
          <a:graphicData uri="http://schemas.openxmlformats.org/drawingml/2006/table">
            <a:tbl>
              <a:tblPr firstRow="1" bandRow="1">
                <a:tableStyleId>{37CE84F3-28C3-443E-9E96-99CF82512B78}</a:tableStyleId>
              </a:tblPr>
              <a:tblGrid>
                <a:gridCol w="2186975">
                  <a:extLst>
                    <a:ext uri="{9D8B030D-6E8A-4147-A177-3AD203B41FA5}">
                      <a16:colId xmlns:a16="http://schemas.microsoft.com/office/drawing/2014/main" val="20000"/>
                    </a:ext>
                  </a:extLst>
                </a:gridCol>
              </a:tblGrid>
              <a:tr h="128870">
                <a:tc>
                  <a:txBody>
                    <a:bodyPr/>
                    <a:lstStyle/>
                    <a:p>
                      <a:r>
                        <a:rPr lang="en-CA" altLang="en-CA" sz="1000" b="1">
                          <a:solidFill>
                            <a:schemeClr val="bg1"/>
                          </a:solidFill>
                          <a:latin typeface="Calibri"/>
                        </a:rPr>
                        <a:t>SUCCESS CONDITION</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56841">
                <a:tc>
                  <a:txBody>
                    <a:bodyPr/>
                    <a:lstStyle/>
                    <a:p>
                      <a:pPr marL="0" indent="0">
                        <a:buFont typeface="Arial" charset="0"/>
                        <a:buNone/>
                      </a:pPr>
                      <a:r>
                        <a:rPr lang="en-CA" altLang="en-CA" sz="900">
                          <a:solidFill>
                            <a:schemeClr val="bg1"/>
                          </a:solidFill>
                          <a:latin typeface="Calibri"/>
                        </a:rPr>
                        <a:t>PC completes all the tasks/steps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68" name="Tableau 67"/>
          <p:cNvGraphicFramePr/>
          <p:nvPr/>
        </p:nvGraphicFramePr>
        <p:xfrm>
          <a:off x="6788614" y="2697534"/>
          <a:ext cx="2186975" cy="894053"/>
        </p:xfrm>
        <a:graphic>
          <a:graphicData uri="http://schemas.openxmlformats.org/drawingml/2006/table">
            <a:tbl>
              <a:tblPr firstRow="1" bandRow="1">
                <a:tableStyleId>{37CE84F3-28C3-443E-9E96-99CF82512B78}</a:tableStyleId>
              </a:tblPr>
              <a:tblGrid>
                <a:gridCol w="2186975">
                  <a:extLst>
                    <a:ext uri="{9D8B030D-6E8A-4147-A177-3AD203B41FA5}">
                      <a16:colId xmlns:a16="http://schemas.microsoft.com/office/drawing/2014/main" val="20000"/>
                    </a:ext>
                  </a:extLst>
                </a:gridCol>
              </a:tblGrid>
              <a:tr h="219410">
                <a:tc>
                  <a:txBody>
                    <a:bodyPr/>
                    <a:lstStyle/>
                    <a:p>
                      <a:r>
                        <a:rPr lang="en-CA" altLang="en-CA" sz="1000" b="1">
                          <a:solidFill>
                            <a:schemeClr val="bg1"/>
                          </a:solidFill>
                          <a:latin typeface="Calibri"/>
                        </a:rPr>
                        <a:t>FAIL CONDITION</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50213">
                <a:tc>
                  <a:txBody>
                    <a:bodyPr/>
                    <a:lstStyle/>
                    <a:p>
                      <a:pPr marL="0" indent="0">
                        <a:buFont typeface="Arial" charset="0"/>
                        <a:buNone/>
                      </a:pPr>
                      <a:r>
                        <a:rPr lang="en-CA" altLang="en-CA" sz="900">
                          <a:solidFill>
                            <a:schemeClr val="bg1"/>
                          </a:solidFill>
                          <a:latin typeface="Calibri"/>
                        </a:rPr>
                        <a:t>N/A</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
        <p:nvSpPr>
          <p:cNvPr id="30" name="TextBox 123"/>
          <p:cNvSpPr txBox="1"/>
          <p:nvPr/>
        </p:nvSpPr>
        <p:spPr>
          <a:xfrm>
            <a:off x="7886251" y="1319012"/>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en-US" altLang="en-US" sz="1000" b="1" i="0" u="none" strike="noStrike" kern="1200" spc="0" baseline="0">
                <a:solidFill>
                  <a:srgbClr val="FFFFFF"/>
                </a:solidFill>
                <a:latin typeface="Calibri"/>
                <a:ea typeface="+mn-ea"/>
              </a:rPr>
              <a:t>Cinematic</a:t>
            </a:r>
          </a:p>
        </p:txBody>
      </p:sp>
      <p:sp>
        <p:nvSpPr>
          <p:cNvPr id="31" name="TextBox 123"/>
          <p:cNvSpPr txBox="1"/>
          <p:nvPr/>
        </p:nvSpPr>
        <p:spPr>
          <a:xfrm>
            <a:off x="2375938" y="1319012"/>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Cinematic</a:t>
            </a:r>
          </a:p>
        </p:txBody>
      </p:sp>
      <p:sp>
        <p:nvSpPr>
          <p:cNvPr id="32" name="TextBox 123"/>
          <p:cNvSpPr txBox="1"/>
          <p:nvPr/>
        </p:nvSpPr>
        <p:spPr>
          <a:xfrm>
            <a:off x="6781692" y="1288234"/>
            <a:ext cx="1080000" cy="307777"/>
          </a:xfrm>
          <a:prstGeom prst="rect">
            <a:avLst/>
          </a:prstGeom>
          <a:solidFill>
            <a:srgbClr val="FF00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700" b="1" i="0" u="none" strike="noStrike" kern="1200" spc="0" baseline="0">
                <a:solidFill>
                  <a:srgbClr val="FFFFFF"/>
                </a:solidFill>
                <a:latin typeface="Calibri"/>
                <a:ea typeface="+mn-ea"/>
              </a:rPr>
              <a:t>Defend / Scripted sequence</a:t>
            </a:r>
          </a:p>
        </p:txBody>
      </p:sp>
      <p:sp>
        <p:nvSpPr>
          <p:cNvPr id="33" name="TextBox 123"/>
          <p:cNvSpPr txBox="1"/>
          <p:nvPr/>
        </p:nvSpPr>
        <p:spPr>
          <a:xfrm>
            <a:off x="5686148" y="1319012"/>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Dialogue</a:t>
            </a:r>
          </a:p>
        </p:txBody>
      </p:sp>
      <p:sp>
        <p:nvSpPr>
          <p:cNvPr id="34" name="TextBox 123"/>
          <p:cNvSpPr txBox="1"/>
          <p:nvPr/>
        </p:nvSpPr>
        <p:spPr>
          <a:xfrm>
            <a:off x="1263634" y="1317821"/>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Go To</a:t>
            </a:r>
          </a:p>
        </p:txBody>
      </p:sp>
      <p:sp>
        <p:nvSpPr>
          <p:cNvPr id="35" name="TextBox 123"/>
          <p:cNvSpPr txBox="1"/>
          <p:nvPr/>
        </p:nvSpPr>
        <p:spPr>
          <a:xfrm>
            <a:off x="3474352" y="1313556"/>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Go To</a:t>
            </a:r>
          </a:p>
        </p:txBody>
      </p:sp>
      <p:sp>
        <p:nvSpPr>
          <p:cNvPr id="36" name="TextBox 123"/>
          <p:cNvSpPr txBox="1"/>
          <p:nvPr/>
        </p:nvSpPr>
        <p:spPr>
          <a:xfrm>
            <a:off x="4589890" y="1313556"/>
            <a:ext cx="1080000" cy="246221"/>
          </a:xfrm>
          <a:prstGeom prst="rect">
            <a:avLst/>
          </a:prstGeom>
          <a:solidFill>
            <a:srgbClr val="FF00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Kill</a:t>
            </a:r>
          </a:p>
        </p:txBody>
      </p:sp>
      <p:sp>
        <p:nvSpPr>
          <p:cNvPr id="37" name="TextBox 123"/>
          <p:cNvSpPr txBox="1"/>
          <p:nvPr/>
        </p:nvSpPr>
        <p:spPr>
          <a:xfrm>
            <a:off x="165593" y="1316814"/>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Cinematic</a:t>
            </a:r>
          </a:p>
        </p:txBody>
      </p:sp>
      <p:sp>
        <p:nvSpPr>
          <p:cNvPr id="50" name="Étoile à 5 branches 49"/>
          <p:cNvSpPr/>
          <p:nvPr/>
        </p:nvSpPr>
        <p:spPr>
          <a:xfrm>
            <a:off x="8178538" y="84600"/>
            <a:ext cx="241825" cy="241825"/>
          </a:xfrm>
          <a:prstGeom prst="star5">
            <a:avLst/>
          </a:prstGeom>
          <a:gradFill rotWithShape="1">
            <a:gsLst>
              <a:gs pos="0">
                <a:schemeClr val="accent6">
                  <a:lumMod val="102000"/>
                  <a:tint val="94000"/>
                </a:schemeClr>
              </a:gs>
              <a:gs pos="50000">
                <a:schemeClr val="accent6">
                  <a:shade val="100000"/>
                  <a:lumMod val="100000"/>
                </a:schemeClr>
              </a:gs>
              <a:gs pos="100000">
                <a:schemeClr val="accent6">
                  <a:shade val="78000"/>
                  <a:lumMod val="99000"/>
                </a:schemeClr>
              </a:gs>
            </a:gsLst>
            <a:lin ang="5400000" scaled="0"/>
          </a:gradFill>
        </p:spPr>
        <p:txBody>
          <a:bodyPr anchor="ctr"/>
          <a:lstStyle/>
          <a:p>
            <a:pPr algn="ctr"/>
            <a:endParaRPr lang="fr-CA" altLang="fr-CA">
              <a:solidFill>
                <a:schemeClr val="lt1"/>
              </a:solidFill>
              <a:latin typeface="Calibri"/>
            </a:endParaRPr>
          </a:p>
        </p:txBody>
      </p:sp>
      <p:sp>
        <p:nvSpPr>
          <p:cNvPr id="51" name="Étoile à 5 branches 50"/>
          <p:cNvSpPr/>
          <p:nvPr/>
        </p:nvSpPr>
        <p:spPr>
          <a:xfrm>
            <a:off x="7932369" y="84600"/>
            <a:ext cx="241825" cy="241825"/>
          </a:xfrm>
          <a:prstGeom prst="star5">
            <a:avLst/>
          </a:prstGeom>
          <a:gradFill rotWithShape="1">
            <a:gsLst>
              <a:gs pos="0">
                <a:schemeClr val="accent6">
                  <a:lumMod val="102000"/>
                  <a:tint val="94000"/>
                </a:schemeClr>
              </a:gs>
              <a:gs pos="50000">
                <a:schemeClr val="accent6">
                  <a:shade val="100000"/>
                  <a:lumMod val="100000"/>
                </a:schemeClr>
              </a:gs>
              <a:gs pos="100000">
                <a:schemeClr val="accent6">
                  <a:shade val="78000"/>
                  <a:lumMod val="99000"/>
                </a:schemeClr>
              </a:gs>
            </a:gsLst>
            <a:lin ang="5400000" scaled="0"/>
          </a:gradFill>
        </p:spPr>
        <p:txBody>
          <a:bodyPr anchor="ctr"/>
          <a:lstStyle/>
          <a:p>
            <a:pPr algn="ctr"/>
            <a:endParaRPr lang="fr-CA" altLang="fr-CA">
              <a:solidFill>
                <a:schemeClr val="lt1"/>
              </a:solidFill>
              <a:latin typeface="Calibri"/>
            </a:endParaRPr>
          </a:p>
        </p:txBody>
      </p:sp>
      <p:sp>
        <p:nvSpPr>
          <p:cNvPr id="52" name="Étoile à 5 branches 51"/>
          <p:cNvSpPr/>
          <p:nvPr/>
        </p:nvSpPr>
        <p:spPr>
          <a:xfrm>
            <a:off x="7690544" y="75482"/>
            <a:ext cx="241825" cy="241825"/>
          </a:xfrm>
          <a:prstGeom prst="star5">
            <a:avLst/>
          </a:prstGeom>
          <a:gradFill rotWithShape="1">
            <a:gsLst>
              <a:gs pos="0">
                <a:schemeClr val="accent6">
                  <a:lumMod val="102000"/>
                  <a:tint val="94000"/>
                </a:schemeClr>
              </a:gs>
              <a:gs pos="50000">
                <a:schemeClr val="accent6">
                  <a:shade val="100000"/>
                  <a:lumMod val="100000"/>
                </a:schemeClr>
              </a:gs>
              <a:gs pos="100000">
                <a:schemeClr val="accent6">
                  <a:shade val="78000"/>
                  <a:lumMod val="99000"/>
                </a:schemeClr>
              </a:gs>
            </a:gsLst>
            <a:lin ang="5400000" scaled="0"/>
          </a:gradFill>
        </p:spPr>
        <p:txBody>
          <a:bodyPr anchor="ctr"/>
          <a:lstStyle/>
          <a:p>
            <a:pPr algn="ctr"/>
            <a:endParaRPr lang="fr-CA" altLang="fr-CA">
              <a:solidFill>
                <a:schemeClr val="lt1"/>
              </a:solidFill>
              <a:latin typeface="Calibri"/>
            </a:endParaRPr>
          </a:p>
        </p:txBody>
      </p:sp>
      <p:graphicFrame>
        <p:nvGraphicFramePr>
          <p:cNvPr id="53" name="Tableau 52"/>
          <p:cNvGraphicFramePr/>
          <p:nvPr/>
        </p:nvGraphicFramePr>
        <p:xfrm>
          <a:off x="35496" y="17934"/>
          <a:ext cx="6408712" cy="60960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en-CA" altLang="en-CA" sz="1400" b="1" u="sng">
                          <a:solidFill>
                            <a:schemeClr val="bg1"/>
                          </a:solidFill>
                          <a:latin typeface="Calibri"/>
                        </a:rPr>
                        <a:t>MISSION ID</a:t>
                      </a:r>
                      <a:r>
                        <a:rPr lang="en-CA" altLang="en-CA" sz="1400" b="1">
                          <a:solidFill>
                            <a:schemeClr val="bg1"/>
                          </a:solidFill>
                          <a:latin typeface="Calibri"/>
                        </a:rPr>
                        <a:t>:</a:t>
                      </a:r>
                      <a:r>
                        <a:rPr lang="en-CA" altLang="en-CA" sz="1400" b="1" baseline="0">
                          <a:solidFill>
                            <a:schemeClr val="bg1"/>
                          </a:solidFill>
                          <a:latin typeface="Calibri"/>
                        </a:rPr>
                        <a:t> MM01</a:t>
                      </a: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68480">
                <a:tc>
                  <a:txBody>
                    <a:bodyPr/>
                    <a:lstStyle/>
                    <a:p>
                      <a:pPr marL="0" algn="l" defTabSz="914391"/>
                      <a:r>
                        <a:rPr lang="en-CA" altLang="en-CA" sz="1400" b="1" u="sng" kern="1200">
                          <a:solidFill>
                            <a:schemeClr val="bg1"/>
                          </a:solidFill>
                          <a:latin typeface="Calibri"/>
                          <a:ea typeface="+mn-ea"/>
                        </a:rPr>
                        <a:t>MISSION TITLE:</a:t>
                      </a:r>
                      <a:r>
                        <a:rPr lang="en-CA" altLang="en-CA" sz="1400" b="1" kern="1200">
                          <a:solidFill>
                            <a:schemeClr val="bg1"/>
                          </a:solidFill>
                          <a:latin typeface="Calibri"/>
                          <a:ea typeface="+mn-ea"/>
                        </a:rPr>
                        <a:t> “First Wave part</a:t>
                      </a:r>
                      <a:r>
                        <a:rPr lang="en-CA" altLang="en-CA" sz="1400" b="1" kern="1200" baseline="0">
                          <a:solidFill>
                            <a:schemeClr val="bg1"/>
                          </a:solidFill>
                          <a:latin typeface="Calibri"/>
                          <a:ea typeface="+mn-ea"/>
                        </a:rPr>
                        <a:t> I”</a:t>
                      </a:r>
                      <a:endParaRPr lang="en-US" altLang="en-US" sz="1400" b="1" kern="1200">
                        <a:solidFill>
                          <a:schemeClr val="bg1"/>
                        </a:solidFill>
                        <a:latin typeface="Calibri"/>
                        <a:ea typeface="+mn-ea"/>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 name="Tableau 53"/>
          <p:cNvGraphicFramePr/>
          <p:nvPr/>
        </p:nvGraphicFramePr>
        <p:xfrm>
          <a:off x="158535" y="3651871"/>
          <a:ext cx="1677161" cy="1426937"/>
        </p:xfrm>
        <a:graphic>
          <a:graphicData uri="http://schemas.openxmlformats.org/drawingml/2006/table">
            <a:tbl>
              <a:tblPr firstRow="1" bandRow="1">
                <a:tableStyleId>{37CE84F3-28C3-443E-9E96-99CF82512B78}</a:tableStyleId>
              </a:tblPr>
              <a:tblGrid>
                <a:gridCol w="1677161">
                  <a:extLst>
                    <a:ext uri="{9D8B030D-6E8A-4147-A177-3AD203B41FA5}">
                      <a16:colId xmlns:a16="http://schemas.microsoft.com/office/drawing/2014/main" val="20000"/>
                    </a:ext>
                  </a:extLst>
                </a:gridCol>
              </a:tblGrid>
              <a:tr h="144015">
                <a:tc>
                  <a:txBody>
                    <a:bodyPr/>
                    <a:lstStyle/>
                    <a:p>
                      <a:r>
                        <a:rPr lang="en-CA" altLang="en-CA" sz="1000" b="1">
                          <a:solidFill>
                            <a:schemeClr val="bg1"/>
                          </a:solidFill>
                          <a:latin typeface="Calibri"/>
                        </a:rPr>
                        <a:t>HOSTILES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183097">
                <a:tc>
                  <a:txBody>
                    <a:bodyPr/>
                    <a:lstStyle/>
                    <a:p>
                      <a:pPr marL="171450" indent="-171450">
                        <a:buFont typeface="Arial" charset="0"/>
                        <a:buChar char="•"/>
                      </a:pPr>
                      <a:r>
                        <a:rPr lang="en-CA" altLang="en-CA" sz="900">
                          <a:solidFill>
                            <a:schemeClr val="bg1"/>
                          </a:solidFill>
                          <a:latin typeface="Calibri"/>
                        </a:rPr>
                        <a:t>Rioters</a:t>
                      </a:r>
                    </a:p>
                    <a:p>
                      <a:pPr marL="171450" indent="-171450">
                        <a:buFont typeface="Arial" charset="0"/>
                        <a:buChar char="•"/>
                      </a:pPr>
                      <a:r>
                        <a:rPr lang="en-CA" altLang="en-CA" sz="900" baseline="0">
                          <a:solidFill>
                            <a:schemeClr val="bg1"/>
                          </a:solidFill>
                          <a:latin typeface="Calibri"/>
                        </a:rPr>
                        <a:t>Rioter Boss</a:t>
                      </a:r>
                    </a:p>
                    <a:p>
                      <a:pPr marL="171450" indent="-171450">
                        <a:buFont typeface="Arial" charset="0"/>
                        <a:buChar char="•"/>
                      </a:pPr>
                      <a:endParaRPr lang="en-CA" altLang="en-CA" sz="900">
                        <a:solidFill>
                          <a:schemeClr val="bg1"/>
                        </a:solidFill>
                        <a:latin typeface="Calibri"/>
                      </a:endParaRPr>
                    </a:p>
                    <a:p>
                      <a:pPr marL="171450" indent="-171450">
                        <a:buFont typeface="Arial" charset="0"/>
                        <a:buChar char="•"/>
                      </a:pP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55" name="Tableau 54"/>
          <p:cNvGraphicFramePr/>
          <p:nvPr/>
        </p:nvGraphicFramePr>
        <p:xfrm>
          <a:off x="1900345" y="3651576"/>
          <a:ext cx="1584986" cy="1427232"/>
        </p:xfrm>
        <a:graphic>
          <a:graphicData uri="http://schemas.openxmlformats.org/drawingml/2006/table">
            <a:tbl>
              <a:tblPr firstRow="1" bandRow="1">
                <a:tableStyleId>{37CE84F3-28C3-443E-9E96-99CF82512B78}</a:tableStyleId>
              </a:tblPr>
              <a:tblGrid>
                <a:gridCol w="1584986">
                  <a:extLst>
                    <a:ext uri="{9D8B030D-6E8A-4147-A177-3AD203B41FA5}">
                      <a16:colId xmlns:a16="http://schemas.microsoft.com/office/drawing/2014/main" val="20000"/>
                    </a:ext>
                  </a:extLst>
                </a:gridCol>
              </a:tblGrid>
              <a:tr h="247801">
                <a:tc>
                  <a:txBody>
                    <a:bodyPr/>
                    <a:lstStyle/>
                    <a:p>
                      <a:r>
                        <a:rPr lang="en-CA" altLang="en-CA" sz="1000" b="1">
                          <a:solidFill>
                            <a:schemeClr val="bg1"/>
                          </a:solidFill>
                          <a:latin typeface="Calibri"/>
                        </a:rPr>
                        <a:t>FRIENDLIES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179431">
                <a:tc>
                  <a:txBody>
                    <a:bodyPr/>
                    <a:lstStyle/>
                    <a:p>
                      <a:pPr marL="171450" indent="-171450">
                        <a:buFont typeface="Arial" charset="0"/>
                        <a:buChar char="•"/>
                      </a:pPr>
                      <a:r>
                        <a:rPr lang="en-CA" altLang="en-CA" sz="900" baseline="0">
                          <a:solidFill>
                            <a:schemeClr val="bg1"/>
                          </a:solidFill>
                          <a:latin typeface="Calibri"/>
                        </a:rPr>
                        <a:t>Agent Kelly (AI companion)</a:t>
                      </a:r>
                    </a:p>
                    <a:p>
                      <a:pPr marL="171450" indent="-171450">
                        <a:buFont typeface="Arial" charset="0"/>
                        <a:buChar char="•"/>
                      </a:pPr>
                      <a:r>
                        <a:rPr lang="en-CA" altLang="en-CA" sz="900" baseline="0">
                          <a:solidFill>
                            <a:schemeClr val="bg1"/>
                          </a:solidFill>
                          <a:latin typeface="Calibri"/>
                        </a:rPr>
                        <a:t>JTF personnel (AI companions) </a:t>
                      </a: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56" name="Tableau 55"/>
          <p:cNvGraphicFramePr/>
          <p:nvPr/>
        </p:nvGraphicFramePr>
        <p:xfrm>
          <a:off x="3549980" y="3651576"/>
          <a:ext cx="1742099" cy="1427232"/>
        </p:xfrm>
        <a:graphic>
          <a:graphicData uri="http://schemas.openxmlformats.org/drawingml/2006/table">
            <a:tbl>
              <a:tblPr firstRow="1" bandRow="1">
                <a:tableStyleId>{37CE84F3-28C3-443E-9E96-99CF82512B78}</a:tableStyleId>
              </a:tblPr>
              <a:tblGrid>
                <a:gridCol w="1742099">
                  <a:extLst>
                    <a:ext uri="{9D8B030D-6E8A-4147-A177-3AD203B41FA5}">
                      <a16:colId xmlns:a16="http://schemas.microsoft.com/office/drawing/2014/main" val="20000"/>
                    </a:ext>
                  </a:extLst>
                </a:gridCol>
              </a:tblGrid>
              <a:tr h="247976">
                <a:tc>
                  <a:txBody>
                    <a:bodyPr/>
                    <a:lstStyle/>
                    <a:p>
                      <a:r>
                        <a:rPr lang="en-CA" altLang="en-CA" sz="1000" b="1">
                          <a:solidFill>
                            <a:schemeClr val="bg1"/>
                          </a:solidFill>
                          <a:latin typeface="Calibri"/>
                        </a:rPr>
                        <a:t>ANIMALS &amp;</a:t>
                      </a:r>
                      <a:r>
                        <a:rPr lang="en-CA" altLang="en-CA" sz="1000" b="1" baseline="0">
                          <a:solidFill>
                            <a:schemeClr val="bg1"/>
                          </a:solidFill>
                          <a:latin typeface="Calibri"/>
                        </a:rPr>
                        <a:t> EXOTICS</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179256">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strike="noStrike">
                          <a:solidFill>
                            <a:schemeClr val="bg1"/>
                          </a:solidFill>
                          <a:latin typeface="Calibri"/>
                        </a:rPr>
                        <a:t>Stolen US Army truck (exotic enemy)</a:t>
                      </a:r>
                      <a:endParaRPr lang="en-CA" altLang="en-CA" sz="900">
                        <a:solidFill>
                          <a:schemeClr val="bg1"/>
                        </a:solidFill>
                        <a:latin typeface="Calibri"/>
                      </a:endParaRPr>
                    </a:p>
                    <a:p>
                      <a:pPr marL="171450" indent="-171450">
                        <a:buFont typeface="Arial" charset="0"/>
                        <a:buChar char="•"/>
                      </a:pPr>
                      <a:endParaRPr lang="en-CA" altLang="en-CA" sz="900">
                        <a:solidFill>
                          <a:schemeClr val="bg1"/>
                        </a:solidFill>
                        <a:latin typeface="Calibri"/>
                      </a:endParaRPr>
                    </a:p>
                    <a:p>
                      <a:pPr marL="171450" indent="-171450">
                        <a:buFont typeface="Arial" charset="0"/>
                        <a:buChar char="•"/>
                      </a:pPr>
                      <a:endParaRPr lang="en-CA" altLang="en-CA" sz="900">
                        <a:solidFill>
                          <a:schemeClr val="bg1"/>
                        </a:solidFill>
                        <a:latin typeface="Calibri"/>
                      </a:endParaRPr>
                    </a:p>
                    <a:p>
                      <a:pPr marL="171450" indent="-171450">
                        <a:buFont typeface="Arial" charset="0"/>
                        <a:buChar char="•"/>
                      </a:pPr>
                      <a:endParaRPr lang="en-CA" altLang="en-CA" sz="900">
                        <a:solidFill>
                          <a:schemeClr val="bg1"/>
                        </a:solidFill>
                        <a:latin typeface="Calibri"/>
                      </a:endParaRPr>
                    </a:p>
                    <a:p>
                      <a:pPr marL="171450" indent="-171450">
                        <a:buFont typeface="Arial" charset="0"/>
                        <a:buChar char="•"/>
                      </a:pP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57" name="Tableau 56"/>
          <p:cNvGraphicFramePr/>
          <p:nvPr/>
        </p:nvGraphicFramePr>
        <p:xfrm>
          <a:off x="7163476" y="3651576"/>
          <a:ext cx="1812113" cy="1427232"/>
        </p:xfrm>
        <a:graphic>
          <a:graphicData uri="http://schemas.openxmlformats.org/drawingml/2006/table">
            <a:tbl>
              <a:tblPr firstRow="1" bandRow="1">
                <a:tableStyleId>{37CE84F3-28C3-443E-9E96-99CF82512B78}</a:tableStyleId>
              </a:tblPr>
              <a:tblGrid>
                <a:gridCol w="1812113">
                  <a:extLst>
                    <a:ext uri="{9D8B030D-6E8A-4147-A177-3AD203B41FA5}">
                      <a16:colId xmlns:a16="http://schemas.microsoft.com/office/drawing/2014/main" val="20000"/>
                    </a:ext>
                  </a:extLst>
                </a:gridCol>
              </a:tblGrid>
              <a:tr h="247801">
                <a:tc>
                  <a:txBody>
                    <a:bodyPr/>
                    <a:lstStyle/>
                    <a:p>
                      <a:r>
                        <a:rPr lang="en-CA" altLang="en-CA" sz="1000" b="1">
                          <a:solidFill>
                            <a:schemeClr val="bg1"/>
                          </a:solidFill>
                          <a:latin typeface="Calibri"/>
                        </a:rPr>
                        <a:t>KEY REWARDS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179431">
                <a:tc>
                  <a:txBody>
                    <a:bodyPr/>
                    <a:lstStyle/>
                    <a:p>
                      <a:pPr marL="0" indent="0">
                        <a:buFont typeface="Arial" charset="0"/>
                        <a:buNone/>
                      </a:pPr>
                      <a:r>
                        <a:rPr lang="en-CA" altLang="en-CA" sz="900" baseline="0">
                          <a:solidFill>
                            <a:schemeClr val="bg1"/>
                          </a:solidFill>
                          <a:latin typeface="Calibri"/>
                        </a:rPr>
                        <a:t>??? TIMI TO DETAIL</a:t>
                      </a: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59" name="Tableau 58"/>
          <p:cNvGraphicFramePr/>
          <p:nvPr/>
        </p:nvGraphicFramePr>
        <p:xfrm>
          <a:off x="5356728" y="3652037"/>
          <a:ext cx="1735551" cy="1426771"/>
        </p:xfrm>
        <a:graphic>
          <a:graphicData uri="http://schemas.openxmlformats.org/drawingml/2006/table">
            <a:tbl>
              <a:tblPr firstRow="1" bandRow="1">
                <a:tableStyleId>{37CE84F3-28C3-443E-9E96-99CF82512B78}</a:tableStyleId>
              </a:tblPr>
              <a:tblGrid>
                <a:gridCol w="1735551">
                  <a:extLst>
                    <a:ext uri="{9D8B030D-6E8A-4147-A177-3AD203B41FA5}">
                      <a16:colId xmlns:a16="http://schemas.microsoft.com/office/drawing/2014/main" val="20000"/>
                    </a:ext>
                  </a:extLst>
                </a:gridCol>
              </a:tblGrid>
              <a:tr h="247788">
                <a:tc>
                  <a:txBody>
                    <a:bodyPr/>
                    <a:lstStyle/>
                    <a:p>
                      <a:r>
                        <a:rPr lang="en-CA" altLang="en-CA" sz="1000" b="1">
                          <a:solidFill>
                            <a:schemeClr val="bg1"/>
                          </a:solidFill>
                          <a:latin typeface="Calibri"/>
                        </a:rPr>
                        <a:t>NEW INGREDIENTS</a:t>
                      </a:r>
                      <a:r>
                        <a:rPr lang="en-CA" altLang="en-CA" sz="1000" b="1" baseline="0">
                          <a:solidFill>
                            <a:schemeClr val="bg1"/>
                          </a:solidFill>
                          <a:latin typeface="Calibri"/>
                        </a:rPr>
                        <a:t> INTRO</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178983">
                <a:tc>
                  <a:txBody>
                    <a:bodyPr/>
                    <a:lstStyle/>
                    <a:p>
                      <a:pPr marL="171450" indent="-171450">
                        <a:buFont typeface="Arial" charset="0"/>
                        <a:buChar char="•"/>
                      </a:pPr>
                      <a:r>
                        <a:rPr lang="en-CA" altLang="en-CA" sz="900" baseline="0">
                          <a:solidFill>
                            <a:schemeClr val="bg1"/>
                          </a:solidFill>
                          <a:latin typeface="Calibri"/>
                        </a:rPr>
                        <a:t>Movement &amp; cover systems</a:t>
                      </a:r>
                    </a:p>
                    <a:p>
                      <a:pPr marL="171450" indent="-171450">
                        <a:buFont typeface="Arial" charset="0"/>
                        <a:buChar char="•"/>
                      </a:pPr>
                      <a:r>
                        <a:rPr lang="en-CA" altLang="en-CA" sz="900" baseline="0">
                          <a:solidFill>
                            <a:schemeClr val="bg1"/>
                          </a:solidFill>
                          <a:latin typeface="Calibri"/>
                        </a:rPr>
                        <a:t>Combat &amp; classes skills</a:t>
                      </a:r>
                    </a:p>
                    <a:p>
                      <a:pPr marL="171450" indent="-171450">
                        <a:buFont typeface="Arial" charset="0"/>
                        <a:buChar char="•"/>
                      </a:pPr>
                      <a:r>
                        <a:rPr lang="en-CA" altLang="en-CA" sz="900" baseline="0">
                          <a:solidFill>
                            <a:schemeClr val="bg1"/>
                          </a:solidFill>
                          <a:latin typeface="Calibri"/>
                        </a:rPr>
                        <a:t>Basic Rioters enemy archetypes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p:cNvGraphicFramePr/>
          <p:nvPr/>
        </p:nvGraphicFramePr>
        <p:xfrm>
          <a:off x="323528" y="719251"/>
          <a:ext cx="8308027" cy="2255520"/>
        </p:xfrm>
        <a:graphic>
          <a:graphicData uri="http://schemas.openxmlformats.org/drawingml/2006/table">
            <a:tbl>
              <a:tblPr firstRow="1" bandRow="1">
                <a:tableStyleId>{37CE84F3-28C3-443E-9E96-99CF82512B78}</a:tableStyleId>
              </a:tblPr>
              <a:tblGrid>
                <a:gridCol w="8308027">
                  <a:extLst>
                    <a:ext uri="{9D8B030D-6E8A-4147-A177-3AD203B41FA5}">
                      <a16:colId xmlns:a16="http://schemas.microsoft.com/office/drawing/2014/main" val="20000"/>
                    </a:ext>
                  </a:extLst>
                </a:gridCol>
              </a:tblGrid>
              <a:tr h="226236">
                <a:tc>
                  <a:txBody>
                    <a:bodyPr/>
                    <a:lstStyle/>
                    <a:p>
                      <a:r>
                        <a:rPr lang="en-CA" altLang="en-CA" sz="1000" b="1" baseline="0">
                          <a:solidFill>
                            <a:schemeClr val="bg1"/>
                          </a:solidFill>
                          <a:latin typeface="Calibri"/>
                        </a:rPr>
                        <a:t>CINEMATIC INTENTION: “OUTBREAK” INTRO</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698272">
                <a:tc>
                  <a:txBody>
                    <a:bodyPr/>
                    <a:lstStyle/>
                    <a:p>
                      <a:pPr marL="0" lvl="0" indent="0" algn="l" defTabSz="914391">
                        <a:lnSpc>
                          <a:spcPct val="100000"/>
                        </a:lnSpc>
                        <a:spcBef>
                          <a:spcPts val="0"/>
                        </a:spcBef>
                        <a:spcAft>
                          <a:spcPts val="0"/>
                        </a:spcAft>
                        <a:buClrTx/>
                        <a:buSzTx/>
                        <a:buFont typeface="Arial" charset="0"/>
                        <a:buNone/>
                      </a:pPr>
                      <a:r>
                        <a:rPr lang="en-US" altLang="en-US" sz="900" baseline="0">
                          <a:solidFill>
                            <a:schemeClr val="bg1"/>
                          </a:solidFill>
                          <a:latin typeface="Calibri"/>
                        </a:rPr>
                        <a:t>The cinematic must establish the situation and make it clear to the player what is going on, and who he is as an Agent of the Division</a:t>
                      </a:r>
                    </a:p>
                    <a:p>
                      <a:pPr marL="0" lvl="0" indent="0" algn="l" defTabSz="914391">
                        <a:lnSpc>
                          <a:spcPct val="100000"/>
                        </a:lnSpc>
                        <a:spcBef>
                          <a:spcPts val="0"/>
                        </a:spcBef>
                        <a:spcAft>
                          <a:spcPts val="0"/>
                        </a:spcAft>
                        <a:buClrTx/>
                        <a:buSzTx/>
                        <a:buFont typeface="Arial" charset="0"/>
                        <a:buNone/>
                      </a:pPr>
                      <a:r>
                        <a:rPr lang="en-US" altLang="en-US" sz="900" baseline="0">
                          <a:solidFill>
                            <a:schemeClr val="bg1"/>
                          </a:solidFill>
                          <a:latin typeface="Calibri"/>
                        </a:rPr>
                        <a:t>Key points to expose</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The virus spread through infected dollar bills, from Black Friday on Nov 23rd</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NYC locked down as disease cases appear from 1</a:t>
                      </a:r>
                      <a:r>
                        <a:rPr lang="en-US" altLang="en-US" sz="900" baseline="30000">
                          <a:solidFill>
                            <a:schemeClr val="bg1"/>
                          </a:solidFill>
                          <a:latin typeface="Calibri"/>
                        </a:rPr>
                        <a:t>st</a:t>
                      </a:r>
                      <a:r>
                        <a:rPr lang="en-US" altLang="en-US" sz="900" baseline="0">
                          <a:solidFill>
                            <a:schemeClr val="bg1"/>
                          </a:solidFill>
                          <a:latin typeface="Calibri"/>
                        </a:rPr>
                        <a:t> to 5</a:t>
                      </a:r>
                      <a:r>
                        <a:rPr lang="en-US" altLang="en-US" sz="900" baseline="30000">
                          <a:solidFill>
                            <a:schemeClr val="bg1"/>
                          </a:solidFill>
                          <a:latin typeface="Calibri"/>
                        </a:rPr>
                        <a:t>th</a:t>
                      </a:r>
                      <a:r>
                        <a:rPr lang="en-US" altLang="en-US" sz="900" baseline="0">
                          <a:solidFill>
                            <a:schemeClr val="bg1"/>
                          </a:solidFill>
                          <a:latin typeface="Calibri"/>
                        </a:rPr>
                        <a:t> of Dec</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The president orders military forces to seal off NYC on Dec 6</a:t>
                      </a:r>
                      <a:r>
                        <a:rPr lang="en-US" altLang="en-US" sz="900" baseline="30000">
                          <a:solidFill>
                            <a:schemeClr val="bg1"/>
                          </a:solidFill>
                          <a:latin typeface="Calibri"/>
                        </a:rPr>
                        <a:t>th</a:t>
                      </a:r>
                      <a:r>
                        <a:rPr lang="en-US" altLang="en-US" sz="900" baseline="0">
                          <a:solidFill>
                            <a:schemeClr val="bg1"/>
                          </a:solidFill>
                          <a:latin typeface="Calibri"/>
                        </a:rPr>
                        <a:t> , WHO declares a pandemic on Dec 11</a:t>
                      </a:r>
                      <a:r>
                        <a:rPr lang="en-US" altLang="en-US" sz="900" baseline="30000">
                          <a:solidFill>
                            <a:schemeClr val="bg1"/>
                          </a:solidFill>
                          <a:latin typeface="Calibri"/>
                        </a:rPr>
                        <a:t>th</a:t>
                      </a:r>
                      <a:r>
                        <a:rPr lang="en-US" altLang="en-US" sz="900" baseline="0">
                          <a:solidFill>
                            <a:schemeClr val="bg1"/>
                          </a:solidFill>
                          <a:latin typeface="Calibri"/>
                        </a:rPr>
                        <a:t>, and martial law is invoked on Dec 14</a:t>
                      </a:r>
                      <a:r>
                        <a:rPr lang="en-US" altLang="en-US" sz="900" baseline="30000">
                          <a:solidFill>
                            <a:schemeClr val="bg1"/>
                          </a:solidFill>
                          <a:latin typeface="Calibri"/>
                        </a:rPr>
                        <a:t>th</a:t>
                      </a:r>
                      <a:r>
                        <a:rPr lang="en-US" altLang="en-US" sz="900" baseline="0">
                          <a:solidFill>
                            <a:schemeClr val="bg1"/>
                          </a:solidFill>
                          <a:latin typeface="Calibri"/>
                        </a:rPr>
                        <a:t> </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Civil unrest appears in NYC, surviving police &amp; military forces form the JTF (joint task force) to handle it</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From 18</a:t>
                      </a:r>
                      <a:r>
                        <a:rPr lang="en-US" altLang="en-US" sz="900" baseline="30000">
                          <a:solidFill>
                            <a:schemeClr val="bg1"/>
                          </a:solidFill>
                          <a:latin typeface="Calibri"/>
                        </a:rPr>
                        <a:t>th</a:t>
                      </a:r>
                      <a:r>
                        <a:rPr lang="en-US" altLang="en-US" sz="900" baseline="0">
                          <a:solidFill>
                            <a:schemeClr val="bg1"/>
                          </a:solidFill>
                          <a:latin typeface="Calibri"/>
                        </a:rPr>
                        <a:t> to 20</a:t>
                      </a:r>
                      <a:r>
                        <a:rPr lang="en-US" altLang="en-US" sz="900" baseline="30000">
                          <a:solidFill>
                            <a:schemeClr val="bg1"/>
                          </a:solidFill>
                          <a:latin typeface="Calibri"/>
                        </a:rPr>
                        <a:t>th</a:t>
                      </a:r>
                      <a:r>
                        <a:rPr lang="en-US" altLang="en-US" sz="900" baseline="0">
                          <a:solidFill>
                            <a:schemeClr val="bg1"/>
                          </a:solidFill>
                          <a:latin typeface="Calibri"/>
                        </a:rPr>
                        <a:t> of December, the president activates Directive 51 to ensure continuity of the federal government during the crisis, and the first wave of SHD agents in NYC is activated</a:t>
                      </a:r>
                    </a:p>
                    <a:p>
                      <a:pPr marL="0" lvl="0" indent="0" algn="l" defTabSz="914391">
                        <a:lnSpc>
                          <a:spcPct val="100000"/>
                        </a:lnSpc>
                        <a:spcBef>
                          <a:spcPts val="0"/>
                        </a:spcBef>
                        <a:spcAft>
                          <a:spcPts val="0"/>
                        </a:spcAft>
                        <a:buClrTx/>
                        <a:buSzTx/>
                        <a:buFont typeface="Arial" charset="0"/>
                        <a:buNone/>
                      </a:pPr>
                      <a:endParaRPr lang="en-US" altLang="en-US" sz="900" baseline="0">
                        <a:solidFill>
                          <a:schemeClr val="bg1"/>
                        </a:solidFill>
                        <a:latin typeface="Calibri"/>
                      </a:endParaRPr>
                    </a:p>
                    <a:p>
                      <a:pPr marL="0" lvl="0" indent="0" algn="l" defTabSz="914391">
                        <a:lnSpc>
                          <a:spcPct val="100000"/>
                        </a:lnSpc>
                        <a:spcBef>
                          <a:spcPts val="0"/>
                        </a:spcBef>
                        <a:spcAft>
                          <a:spcPts val="0"/>
                        </a:spcAft>
                        <a:buClrTx/>
                        <a:buSzTx/>
                        <a:buFont typeface="Arial" charset="0"/>
                        <a:buNone/>
                      </a:pPr>
                      <a:r>
                        <a:rPr lang="en-US" altLang="en-US" sz="900" baseline="0">
                          <a:solidFill>
                            <a:schemeClr val="bg1"/>
                          </a:solidFill>
                          <a:latin typeface="Calibri"/>
                        </a:rPr>
                        <a:t>TCTD1 intro video already does a great job of exposing all this </a:t>
                      </a:r>
                      <a:r>
                        <a:rPr lang="en-US" altLang="en-US" sz="900" b="0" i="0" u="none" strike="noStrike" kern="1200" spc="0" baseline="0">
                          <a:solidFill>
                            <a:schemeClr val="bg1"/>
                          </a:solidFill>
                          <a:latin typeface="Calibri"/>
                          <a:ea typeface="+mn-ea"/>
                          <a:hlinkClick r:id="rId3"/>
                        </a:rPr>
                        <a:t>https://www.youtube.com/watch?v=8lSNNyHzmc4</a:t>
                      </a:r>
                      <a:r>
                        <a:rPr lang="en-US" altLang="en-US" sz="900" b="0" i="0" u="none" strike="noStrike" kern="1200" spc="0" baseline="0">
                          <a:solidFill>
                            <a:schemeClr val="bg1"/>
                          </a:solidFill>
                          <a:latin typeface="Calibri"/>
                          <a:ea typeface="+mn-ea"/>
                        </a:rPr>
                        <a:t> </a:t>
                      </a:r>
                      <a:endParaRPr lang="en-US" altLang="en-US" sz="900" baseline="0">
                        <a:solidFill>
                          <a:schemeClr val="bg1"/>
                        </a:solidFill>
                        <a:latin typeface="Calibri"/>
                      </a:endParaRPr>
                    </a:p>
                    <a:p>
                      <a:pPr marL="0" lvl="0" indent="0" algn="l" defTabSz="914391">
                        <a:lnSpc>
                          <a:spcPct val="100000"/>
                        </a:lnSpc>
                        <a:spcBef>
                          <a:spcPts val="0"/>
                        </a:spcBef>
                        <a:spcAft>
                          <a:spcPts val="0"/>
                        </a:spcAft>
                        <a:buClrTx/>
                        <a:buSzTx/>
                        <a:buFont typeface="Arial" charset="0"/>
                        <a:buNone/>
                      </a:pPr>
                      <a:r>
                        <a:rPr lang="en-US" altLang="en-US" sz="900" baseline="0">
                          <a:solidFill>
                            <a:schemeClr val="bg1"/>
                          </a:solidFill>
                          <a:latin typeface="Calibri"/>
                        </a:rPr>
                        <a:t>But it is done with real world footage, making it look extremely grim, dark and realistic, and very uncomfortable to watch know considering the coronavirus pandemic.</a:t>
                      </a:r>
                    </a:p>
                    <a:p>
                      <a:pPr marL="0" lvl="0" indent="0" algn="l" defTabSz="914391">
                        <a:lnSpc>
                          <a:spcPct val="100000"/>
                        </a:lnSpc>
                        <a:spcBef>
                          <a:spcPts val="0"/>
                        </a:spcBef>
                        <a:spcAft>
                          <a:spcPts val="0"/>
                        </a:spcAft>
                        <a:buClrTx/>
                        <a:buSzTx/>
                        <a:buFont typeface="Arial" charset="0"/>
                        <a:buNone/>
                      </a:pPr>
                      <a:r>
                        <a:rPr lang="en-US" altLang="en-US" sz="900" b="1" baseline="0">
                          <a:solidFill>
                            <a:schemeClr val="bg1"/>
                          </a:solidFill>
                          <a:latin typeface="Calibri"/>
                        </a:rPr>
                        <a:t>So while we could re-use it, it’s probably not a good idea. Recommended to remake a similar intro cutscene with CGI instead of real world footage</a:t>
                      </a:r>
                      <a:r>
                        <a:rPr lang="en-US" altLang="en-US" sz="900" baseline="0">
                          <a:solidFill>
                            <a:schemeClr val="bg1"/>
                          </a:solidFill>
                          <a:latin typeface="Calibri"/>
                        </a:rPr>
                        <a:t>, and to try to downplay the details that have a lot of similarities with the real world pandemic (ie: masks, sold out pharmacies, people in ambulance, etc could be avoided)</a:t>
                      </a:r>
                    </a:p>
                    <a:p>
                      <a:pPr marL="0" lvl="0" indent="0" algn="l" defTabSz="914391">
                        <a:lnSpc>
                          <a:spcPct val="100000"/>
                        </a:lnSpc>
                        <a:spcBef>
                          <a:spcPts val="0"/>
                        </a:spcBef>
                        <a:spcAft>
                          <a:spcPts val="0"/>
                        </a:spcAft>
                        <a:buClrTx/>
                        <a:buSzTx/>
                        <a:buFont typeface="Arial" charset="0"/>
                        <a:buNone/>
                      </a:pPr>
                      <a:r>
                        <a:rPr lang="en-US" altLang="en-US" sz="900" baseline="0">
                          <a:solidFill>
                            <a:schemeClr val="bg1"/>
                          </a:solidFill>
                          <a:latin typeface="Calibri"/>
                        </a:rPr>
                        <a:t>This is a sensitive topic where we would like Timi’s input regarding Chinese government approval expected result. </a:t>
                      </a:r>
                      <a:endParaRPr lang="en-US" altLang="en-US" sz="900">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7" name="Tableau 6"/>
          <p:cNvGraphicFramePr/>
          <p:nvPr/>
        </p:nvGraphicFramePr>
        <p:xfrm>
          <a:off x="35496" y="17934"/>
          <a:ext cx="6408712" cy="60960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en-CA" altLang="en-CA" sz="1400" b="1" u="sng">
                          <a:solidFill>
                            <a:schemeClr val="bg1"/>
                          </a:solidFill>
                          <a:latin typeface="Calibri"/>
                        </a:rPr>
                        <a:t>MISSION ID</a:t>
                      </a:r>
                      <a:r>
                        <a:rPr lang="en-CA" altLang="en-CA" sz="1400" b="1">
                          <a:solidFill>
                            <a:schemeClr val="bg1"/>
                          </a:solidFill>
                          <a:latin typeface="Calibri"/>
                        </a:rPr>
                        <a:t>:</a:t>
                      </a:r>
                      <a:r>
                        <a:rPr lang="en-CA" altLang="en-CA" sz="1400" b="1" baseline="0">
                          <a:solidFill>
                            <a:schemeClr val="bg1"/>
                          </a:solidFill>
                          <a:latin typeface="Calibri"/>
                        </a:rPr>
                        <a:t> MM01</a:t>
                      </a: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68480">
                <a:tc>
                  <a:txBody>
                    <a:bodyPr/>
                    <a:lstStyle/>
                    <a:p>
                      <a:pPr marL="0" algn="l" defTabSz="914391"/>
                      <a:r>
                        <a:rPr lang="en-CA" altLang="en-CA" sz="1400" b="1" u="sng" kern="1200">
                          <a:solidFill>
                            <a:schemeClr val="bg1"/>
                          </a:solidFill>
                          <a:latin typeface="Calibri"/>
                          <a:ea typeface="+mn-ea"/>
                        </a:rPr>
                        <a:t>MISSION TITLE:</a:t>
                      </a:r>
                      <a:r>
                        <a:rPr lang="en-CA" altLang="en-CA" sz="1400" b="1" kern="1200">
                          <a:solidFill>
                            <a:schemeClr val="bg1"/>
                          </a:solidFill>
                          <a:latin typeface="Calibri"/>
                          <a:ea typeface="+mn-ea"/>
                        </a:rPr>
                        <a:t> “First Wave part</a:t>
                      </a:r>
                      <a:r>
                        <a:rPr lang="en-CA" altLang="en-CA" sz="1400" b="1" kern="1200" baseline="0">
                          <a:solidFill>
                            <a:schemeClr val="bg1"/>
                          </a:solidFill>
                          <a:latin typeface="Calibri"/>
                          <a:ea typeface="+mn-ea"/>
                        </a:rPr>
                        <a:t> I”</a:t>
                      </a:r>
                      <a:endParaRPr lang="en-US" altLang="en-US" sz="1400" b="1" kern="1200">
                        <a:solidFill>
                          <a:schemeClr val="bg1"/>
                        </a:solidFill>
                        <a:latin typeface="Calibri"/>
                        <a:ea typeface="+mn-ea"/>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 name="矩形 3"/>
          <p:cNvSpPr/>
          <p:nvPr/>
        </p:nvSpPr>
        <p:spPr>
          <a:xfrm>
            <a:off x="5508104" y="78150"/>
            <a:ext cx="1107996" cy="369332"/>
          </a:xfrm>
          <a:prstGeom prst="rect">
            <a:avLst/>
          </a:prstGeom>
        </p:spPr>
        <p:txBody>
          <a:bodyPr wrap="none">
            <a:spAutoFit/>
          </a:bodyPr>
          <a:lstStyle/>
          <a:p>
            <a:pPr lvl="0" defTabSz="914391"/>
            <a:r>
              <a:rPr lang="zh-CN" altLang="zh-CN">
                <a:solidFill>
                  <a:srgbClr val="FFC000"/>
                </a:solidFill>
                <a:latin typeface="Calibri"/>
              </a:rPr>
              <a:t>育碧专页</a:t>
            </a:r>
            <a:endParaRPr lang="en-CA" altLang="en-CA">
              <a:solidFill>
                <a:srgbClr val="FFC000"/>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4932040" y="693100"/>
            <a:ext cx="4027861" cy="306000"/>
          </a:xfrm>
          <a:prstGeom prst="rect">
            <a:avLst/>
          </a:prstGeom>
          <a:solidFill>
            <a:srgbClr val="0070C0"/>
          </a:solidFill>
          <a:ln w="6350">
            <a:solidFill>
              <a:schemeClr val="accent6"/>
            </a:solidFill>
            <a:prstDash val="solid"/>
            <a:miter/>
          </a:ln>
        </p:spPr>
        <p:txBody>
          <a:bodyPr anchor="t"/>
          <a:lstStyle/>
          <a:p>
            <a:pPr algn="ctr"/>
            <a:r>
              <a:rPr lang="en-CA" altLang="en-CA" sz="1400" b="1">
                <a:solidFill>
                  <a:schemeClr val="bg1"/>
                </a:solidFill>
                <a:latin typeface="Calibri"/>
              </a:rPr>
              <a:t>WORLD OVERVIEW</a:t>
            </a:r>
          </a:p>
        </p:txBody>
      </p:sp>
      <p:sp>
        <p:nvSpPr>
          <p:cNvPr id="27" name="Rectangle 26"/>
          <p:cNvSpPr/>
          <p:nvPr/>
        </p:nvSpPr>
        <p:spPr>
          <a:xfrm>
            <a:off x="174931" y="693100"/>
            <a:ext cx="4397070" cy="306000"/>
          </a:xfrm>
          <a:prstGeom prst="rect">
            <a:avLst/>
          </a:prstGeom>
          <a:solidFill>
            <a:srgbClr val="0070C0"/>
          </a:solidFill>
          <a:ln w="6350">
            <a:solidFill>
              <a:schemeClr val="accent6"/>
            </a:solidFill>
            <a:prstDash val="solid"/>
            <a:miter/>
          </a:ln>
        </p:spPr>
        <p:txBody>
          <a:bodyPr anchor="t"/>
          <a:lstStyle/>
          <a:p>
            <a:pPr algn="ctr"/>
            <a:r>
              <a:rPr lang="en-CA" altLang="en-CA" sz="1400" b="1">
                <a:solidFill>
                  <a:schemeClr val="bg1"/>
                </a:solidFill>
                <a:latin typeface="Calibri"/>
              </a:rPr>
              <a:t>MAP / SECTORS</a:t>
            </a:r>
          </a:p>
        </p:txBody>
      </p:sp>
      <p:sp>
        <p:nvSpPr>
          <p:cNvPr id="17" name="Rectangle 16"/>
          <p:cNvSpPr/>
          <p:nvPr/>
        </p:nvSpPr>
        <p:spPr>
          <a:xfrm>
            <a:off x="182551" y="123478"/>
            <a:ext cx="8784975" cy="390919"/>
          </a:xfrm>
          <a:prstGeom prst="rect">
            <a:avLst/>
          </a:prstGeom>
          <a:noFill/>
          <a:ln>
            <a:noFill/>
          </a:ln>
        </p:spPr>
        <p:txBody>
          <a:bodyPr anchor="ctr"/>
          <a:lstStyle/>
          <a:p>
            <a:pPr algn="ctr"/>
            <a:r>
              <a:rPr lang="en-CA" altLang="en-CA" sz="2800" b="1">
                <a:solidFill>
                  <a:schemeClr val="accent6"/>
                </a:solidFill>
                <a:latin typeface="Calibri"/>
              </a:rPr>
              <a:t>LOCATION IN THE WORLD</a:t>
            </a:r>
            <a:endParaRPr lang="en-CA" altLang="en-CA" sz="2800" b="1">
              <a:solidFill>
                <a:schemeClr val="accent6">
                  <a:lumMod val="75000"/>
                </a:schemeClr>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551" y="123478"/>
            <a:ext cx="8784975" cy="390919"/>
          </a:xfrm>
          <a:prstGeom prst="rect">
            <a:avLst/>
          </a:prstGeom>
          <a:noFill/>
          <a:ln>
            <a:noFill/>
          </a:ln>
        </p:spPr>
        <p:txBody>
          <a:bodyPr anchor="ctr"/>
          <a:lstStyle/>
          <a:p>
            <a:pPr marL="0" lvl="0" indent="0" algn="ctr" defTabSz="914400">
              <a:lnSpc>
                <a:spcPct val="100000"/>
              </a:lnSpc>
              <a:spcBef>
                <a:spcPts val="0"/>
              </a:spcBef>
              <a:spcAft>
                <a:spcPts val="0"/>
              </a:spcAft>
              <a:buClrTx/>
              <a:buSzTx/>
              <a:buFontTx/>
              <a:buNone/>
            </a:pPr>
            <a:r>
              <a:rPr lang="en-CA" altLang="en-CA" sz="2800" b="1" i="0" u="none" strike="noStrike" kern="1200" spc="0" baseline="0">
                <a:solidFill>
                  <a:srgbClr val="EEEEEE"/>
                </a:solidFill>
                <a:latin typeface="Calibri"/>
                <a:ea typeface="+mn-ea"/>
              </a:rPr>
              <a:t>REGION IDENTITY - Chinatown, Manhattan NYC</a:t>
            </a:r>
            <a:endParaRPr lang="en-CA" altLang="en-CA" sz="2800" b="1" i="0" u="none" strike="noStrike" kern="1200" spc="0" baseline="0">
              <a:solidFill>
                <a:srgbClr val="EEEEEE">
                  <a:lumMod val="75000"/>
                </a:srgbClr>
              </a:solidFill>
              <a:latin typeface="Calibri"/>
              <a:ea typeface="+mn-ea"/>
            </a:endParaRPr>
          </a:p>
        </p:txBody>
      </p:sp>
      <p:sp>
        <p:nvSpPr>
          <p:cNvPr id="3" name="Rectangle 2"/>
          <p:cNvSpPr/>
          <p:nvPr/>
        </p:nvSpPr>
        <p:spPr>
          <a:xfrm>
            <a:off x="179517" y="699542"/>
            <a:ext cx="5855455" cy="2592288"/>
          </a:xfrm>
          <a:prstGeom prst="rect">
            <a:avLst/>
          </a:prstGeom>
          <a:noFill/>
          <a:ln w="6350">
            <a:solidFill>
              <a:schemeClr val="accent6"/>
            </a:solidFill>
            <a:prstDash val="solid"/>
            <a:miter/>
          </a:ln>
        </p:spPr>
        <p:txBody>
          <a:bodyPr anchor="ctr"/>
          <a:lstStyle/>
          <a:p>
            <a:pPr marL="0" lvl="0" indent="0" algn="ctr" defTabSz="914400">
              <a:lnSpc>
                <a:spcPct val="100000"/>
              </a:lnSpc>
              <a:spcBef>
                <a:spcPts val="0"/>
              </a:spcBef>
              <a:spcAft>
                <a:spcPts val="0"/>
              </a:spcAft>
              <a:buClrTx/>
              <a:buSzTx/>
              <a:buFontTx/>
              <a:buNone/>
            </a:pPr>
            <a:r>
              <a:rPr lang="en-CA" altLang="en-CA" sz="1200" b="0" i="0" u="none" strike="noStrike" kern="1200" spc="0" baseline="0">
                <a:solidFill>
                  <a:srgbClr val="EEEEEE"/>
                </a:solidFill>
                <a:latin typeface="Calibri"/>
                <a:ea typeface="+mn-ea"/>
              </a:rPr>
              <a:t>Key visual references or concept arts go here</a:t>
            </a:r>
          </a:p>
        </p:txBody>
      </p:sp>
      <p:graphicFrame>
        <p:nvGraphicFramePr>
          <p:cNvPr id="4" name="Tableau 3"/>
          <p:cNvGraphicFramePr/>
          <p:nvPr/>
        </p:nvGraphicFramePr>
        <p:xfrm>
          <a:off x="6153138" y="693430"/>
          <a:ext cx="2883358" cy="1080991"/>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47954">
                <a:tc>
                  <a:txBody>
                    <a:bodyPr/>
                    <a:lstStyle/>
                    <a:p>
                      <a:r>
                        <a:rPr lang="en-CA" altLang="en-CA" sz="1000" b="1">
                          <a:solidFill>
                            <a:schemeClr val="bg1"/>
                          </a:solidFill>
                          <a:latin typeface="Calibri"/>
                        </a:rPr>
                        <a:t>BIOME (geography, vegetation, architecture) </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837151">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Small streets, low buildings</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Mid-level wealth of neighborhood </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Chinese signage &amp; decorations </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Abandoned cars, junks in the streets</a:t>
                      </a:r>
                    </a:p>
                    <a:p>
                      <a:pPr marL="171450" lvl="0" indent="-171450" algn="l" defTabSz="914391">
                        <a:lnSpc>
                          <a:spcPct val="100000"/>
                        </a:lnSpc>
                        <a:spcBef>
                          <a:spcPts val="0"/>
                        </a:spcBef>
                        <a:spcAft>
                          <a:spcPts val="0"/>
                        </a:spcAft>
                        <a:buClrTx/>
                        <a:buSzTx/>
                        <a:buFont typeface="Arial" charset="0"/>
                        <a:buChar char="•"/>
                      </a:pP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5" name="Tableau 4"/>
          <p:cNvGraphicFramePr/>
          <p:nvPr/>
        </p:nvGraphicFramePr>
        <p:xfrm>
          <a:off x="3141959" y="3382403"/>
          <a:ext cx="2883358" cy="74676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25451">
                <a:tc>
                  <a:txBody>
                    <a:bodyPr/>
                    <a:lstStyle/>
                    <a:p>
                      <a:r>
                        <a:rPr lang="en-CA" altLang="en-CA" sz="1000" b="1">
                          <a:solidFill>
                            <a:schemeClr val="bg1"/>
                          </a:solidFill>
                          <a:latin typeface="Calibri"/>
                        </a:rPr>
                        <a:t>BACKSTORY</a:t>
                      </a:r>
                      <a:r>
                        <a:rPr lang="en-CA" altLang="en-CA" sz="1000" b="1" baseline="0">
                          <a:solidFill>
                            <a:schemeClr val="bg1"/>
                          </a:solidFill>
                          <a:latin typeface="Calibri"/>
                        </a:rPr>
                        <a:t> (in real world)</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288089">
                <a:tc>
                  <a:txBody>
                    <a:bodyPr/>
                    <a:lstStyle/>
                    <a:p>
                      <a:pPr marL="0" lvl="0" indent="0" algn="l" defTabSz="914391">
                        <a:lnSpc>
                          <a:spcPct val="100000"/>
                        </a:lnSpc>
                        <a:spcBef>
                          <a:spcPts val="0"/>
                        </a:spcBef>
                        <a:spcAft>
                          <a:spcPts val="0"/>
                        </a:spcAft>
                        <a:buClrTx/>
                        <a:buSzTx/>
                        <a:buFont typeface="Arial" charset="0"/>
                        <a:buNone/>
                      </a:pPr>
                      <a:r>
                        <a:rPr lang="en-CA" altLang="en-CA" sz="900">
                          <a:solidFill>
                            <a:schemeClr val="bg1"/>
                          </a:solidFill>
                          <a:latin typeface="Calibri"/>
                        </a:rPr>
                        <a:t>Chinatown is a vibrant neighborhood in Lower Manhattan famous for it’s large Chinese-American population.</a:t>
                      </a:r>
                      <a:endParaRPr lang="en-CA" altLang="en-CA" sz="900" baseline="0">
                        <a:solidFill>
                          <a:schemeClr val="bg1"/>
                        </a:solidFill>
                        <a:latin typeface="Calibri"/>
                      </a:endParaRPr>
                    </a:p>
                    <a:p>
                      <a:pPr marL="0" lvl="0" indent="0" algn="l" defTabSz="914391">
                        <a:lnSpc>
                          <a:spcPct val="100000"/>
                        </a:lnSpc>
                        <a:spcBef>
                          <a:spcPts val="0"/>
                        </a:spcBef>
                        <a:spcAft>
                          <a:spcPts val="0"/>
                        </a:spcAft>
                        <a:buClrTx/>
                        <a:buSzTx/>
                        <a:buFont typeface="Arial" charset="0"/>
                        <a:buNone/>
                      </a:pP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6" name="Tableau 5"/>
          <p:cNvGraphicFramePr/>
          <p:nvPr/>
        </p:nvGraphicFramePr>
        <p:xfrm>
          <a:off x="6153138" y="1923678"/>
          <a:ext cx="2883358" cy="102108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25223">
                <a:tc>
                  <a:txBody>
                    <a:bodyPr/>
                    <a:lstStyle/>
                    <a:p>
                      <a:r>
                        <a:rPr lang="en-CA" altLang="en-CA" sz="1000" b="1">
                          <a:solidFill>
                            <a:schemeClr val="bg1"/>
                          </a:solidFill>
                          <a:latin typeface="Calibri"/>
                        </a:rPr>
                        <a:t>ICONIC LANDMARKS</a:t>
                      </a:r>
                      <a:r>
                        <a:rPr lang="en-CA" altLang="en-CA" sz="1000" b="1" baseline="0">
                          <a:solidFill>
                            <a:schemeClr val="bg1"/>
                          </a:solidFill>
                          <a:latin typeface="Calibri"/>
                        </a:rPr>
                        <a:t> &amp; KEY LOCATIONS</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36796">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a:solidFill>
                            <a:schemeClr val="bg1"/>
                          </a:solidFill>
                          <a:latin typeface="Calibri"/>
                        </a:rPr>
                        <a:t>Chinatown streets with neon signs in Chinese</a:t>
                      </a:r>
                    </a:p>
                    <a:p>
                      <a:pPr marL="171450" lvl="0" indent="-171450" algn="l" defTabSz="914391">
                        <a:lnSpc>
                          <a:spcPct val="100000"/>
                        </a:lnSpc>
                        <a:spcBef>
                          <a:spcPts val="0"/>
                        </a:spcBef>
                        <a:spcAft>
                          <a:spcPts val="0"/>
                        </a:spcAft>
                        <a:buClrTx/>
                        <a:buSzTx/>
                        <a:buFont typeface="Arial" charset="0"/>
                        <a:buChar char="•"/>
                      </a:pPr>
                      <a:r>
                        <a:rPr lang="en-CA" altLang="en-CA" sz="900">
                          <a:solidFill>
                            <a:schemeClr val="bg1"/>
                          </a:solidFill>
                          <a:latin typeface="Calibri"/>
                        </a:rPr>
                        <a:t>HSBC Bank Building</a:t>
                      </a:r>
                    </a:p>
                    <a:p>
                      <a:pPr marL="171450" lvl="0" indent="-171450" algn="l" defTabSz="914391">
                        <a:lnSpc>
                          <a:spcPct val="100000"/>
                        </a:lnSpc>
                        <a:spcBef>
                          <a:spcPts val="0"/>
                        </a:spcBef>
                        <a:spcAft>
                          <a:spcPts val="0"/>
                        </a:spcAft>
                        <a:buClrTx/>
                        <a:buSzTx/>
                        <a:buFont typeface="Arial" charset="0"/>
                        <a:buChar char="•"/>
                      </a:pPr>
                      <a:r>
                        <a:rPr lang="en-CA" altLang="en-CA" sz="900">
                          <a:solidFill>
                            <a:schemeClr val="bg1"/>
                          </a:solidFill>
                          <a:latin typeface="Calibri"/>
                        </a:rPr>
                        <a:t>Manhattan Bridge Ramp</a:t>
                      </a:r>
                      <a:endParaRPr lang="en-CA" altLang="en-CA" sz="900" baseline="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endParaRPr lang="en-CA" altLang="en-CA" sz="900" baseline="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7" name="Tableau 6"/>
          <p:cNvGraphicFramePr/>
          <p:nvPr/>
        </p:nvGraphicFramePr>
        <p:xfrm>
          <a:off x="6153138" y="3075806"/>
          <a:ext cx="2883358" cy="198120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29112">
                <a:tc>
                  <a:txBody>
                    <a:bodyPr/>
                    <a:lstStyle/>
                    <a:p>
                      <a:r>
                        <a:rPr lang="en-CA" altLang="en-CA" sz="1000" b="1">
                          <a:solidFill>
                            <a:schemeClr val="bg1"/>
                          </a:solidFill>
                          <a:latin typeface="Calibri"/>
                        </a:rPr>
                        <a:t>HUMAN PRESENCE</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468581">
                <a:tc>
                  <a:txBody>
                    <a:bodyPr/>
                    <a:lstStyle/>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A few civilians preparing to evacuate, some stubbornly staying behind</a:t>
                      </a: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All commerce, shops, etc are closed</a:t>
                      </a: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A few civilians here and there – standing in windows and on balconies and moving furtively along the streets.</a:t>
                      </a:r>
                    </a:p>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A few rioters in the streets</a:t>
                      </a:r>
                    </a:p>
                    <a:p>
                      <a:pPr marL="171450" lvl="0" indent="-171450" algn="l" defTabSz="914391">
                        <a:lnSpc>
                          <a:spcPct val="100000"/>
                        </a:lnSpc>
                        <a:spcBef>
                          <a:spcPts val="0"/>
                        </a:spcBef>
                        <a:spcAft>
                          <a:spcPts val="0"/>
                        </a:spcAft>
                        <a:buClrTx/>
                        <a:buSzTx/>
                        <a:buFont typeface="Arial" charset="0"/>
                        <a:buChar char="•"/>
                      </a:pPr>
                      <a:endParaRPr lang="en-US" altLang="en-US" sz="900">
                        <a:solidFill>
                          <a:schemeClr val="bg1"/>
                        </a:solidFill>
                        <a:latin typeface="Calibri"/>
                      </a:endParaRPr>
                    </a:p>
                    <a:p>
                      <a:pPr marL="0" lvl="0" indent="0" algn="l" defTabSz="914391">
                        <a:lnSpc>
                          <a:spcPct val="100000"/>
                        </a:lnSpc>
                        <a:spcBef>
                          <a:spcPts val="0"/>
                        </a:spcBef>
                        <a:spcAft>
                          <a:spcPts val="0"/>
                        </a:spcAft>
                        <a:buClrTx/>
                        <a:buSzTx/>
                        <a:buFont typeface="Arial" charset="0"/>
                        <a:buNone/>
                      </a:pPr>
                      <a:endParaRPr lang="en-US" altLang="en-US" sz="90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endParaRPr lang="en-US" altLang="en-US" sz="90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endParaRPr lang="en-US" altLang="en-US" sz="90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endParaRPr lang="en-US" altLang="en-US"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8" name="Tableau 7"/>
          <p:cNvGraphicFramePr/>
          <p:nvPr/>
        </p:nvGraphicFramePr>
        <p:xfrm>
          <a:off x="3141959" y="4227934"/>
          <a:ext cx="2883358" cy="819561"/>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44016">
                <a:tc>
                  <a:txBody>
                    <a:bodyPr/>
                    <a:lstStyle/>
                    <a:p>
                      <a:r>
                        <a:rPr lang="en-CA" altLang="en-CA" sz="1000" b="1">
                          <a:solidFill>
                            <a:schemeClr val="bg1"/>
                          </a:solidFill>
                          <a:latin typeface="Calibri"/>
                        </a:rPr>
                        <a:t>BACKSTORY</a:t>
                      </a:r>
                      <a:r>
                        <a:rPr lang="en-CA" altLang="en-CA" sz="1000" b="1" baseline="0">
                          <a:solidFill>
                            <a:schemeClr val="bg1"/>
                          </a:solidFill>
                          <a:latin typeface="Calibri"/>
                        </a:rPr>
                        <a:t> (in TCTD lore)</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75721">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Fresh water supply to Chinatown has broken down</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The local Division agents have just been activated</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The neighborhood is being evacuated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9" name="Tableau 8"/>
          <p:cNvGraphicFramePr/>
          <p:nvPr/>
        </p:nvGraphicFramePr>
        <p:xfrm>
          <a:off x="179517" y="3382403"/>
          <a:ext cx="2883358" cy="1602428"/>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207023">
                <a:tc>
                  <a:txBody>
                    <a:bodyPr/>
                    <a:lstStyle/>
                    <a:p>
                      <a:r>
                        <a:rPr lang="en-CA" altLang="en-CA" sz="1000" b="1">
                          <a:solidFill>
                            <a:schemeClr val="bg1"/>
                          </a:solidFill>
                          <a:latin typeface="Calibri"/>
                        </a:rPr>
                        <a:t>KEY</a:t>
                      </a:r>
                      <a:r>
                        <a:rPr lang="en-CA" altLang="en-CA" sz="1000" b="1" baseline="0">
                          <a:solidFill>
                            <a:schemeClr val="bg1"/>
                          </a:solidFill>
                          <a:latin typeface="Calibri"/>
                        </a:rPr>
                        <a:t> OW ACTIVITIES</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358588">
                <a:tc>
                  <a:txBody>
                    <a:bodyPr/>
                    <a:lstStyle/>
                    <a:p>
                      <a:pPr marL="0" lvl="0" indent="0" algn="l" defTabSz="914391">
                        <a:lnSpc>
                          <a:spcPct val="100000"/>
                        </a:lnSpc>
                        <a:spcBef>
                          <a:spcPts val="0"/>
                        </a:spcBef>
                        <a:spcAft>
                          <a:spcPts val="0"/>
                        </a:spcAft>
                        <a:buClrTx/>
                        <a:buSzTx/>
                        <a:buFont typeface="Arial" charset="0"/>
                        <a:buNone/>
                      </a:pPr>
                      <a:r>
                        <a:rPr lang="en-CA" altLang="en-CA" sz="900" baseline="0">
                          <a:solidFill>
                            <a:schemeClr val="bg1"/>
                          </a:solidFill>
                          <a:latin typeface="Calibri"/>
                        </a:rPr>
                        <a:t>N/A (this is not a true OW region, but a special mission “mini OW” map)</a:t>
                      </a:r>
                    </a:p>
                    <a:p>
                      <a:pPr marL="0" lvl="0" indent="0" algn="l" defTabSz="914391">
                        <a:lnSpc>
                          <a:spcPct val="100000"/>
                        </a:lnSpc>
                        <a:spcBef>
                          <a:spcPts val="0"/>
                        </a:spcBef>
                        <a:spcAft>
                          <a:spcPts val="0"/>
                        </a:spcAft>
                        <a:buClrTx/>
                        <a:buSzTx/>
                        <a:buFont typeface="Arial" charset="0"/>
                        <a:buNone/>
                      </a:pPr>
                      <a:endParaRPr lang="en-CA" altLang="en-CA" sz="900" baseline="0">
                        <a:solidFill>
                          <a:schemeClr val="bg1"/>
                        </a:solidFill>
                        <a:latin typeface="Calibri"/>
                      </a:endParaRPr>
                    </a:p>
                    <a:p>
                      <a:pPr marL="0" lvl="0" indent="0" algn="l" defTabSz="914391">
                        <a:lnSpc>
                          <a:spcPct val="100000"/>
                        </a:lnSpc>
                        <a:spcBef>
                          <a:spcPts val="0"/>
                        </a:spcBef>
                        <a:spcAft>
                          <a:spcPts val="0"/>
                        </a:spcAft>
                        <a:buClrTx/>
                        <a:buSzTx/>
                        <a:buFont typeface="Arial" charset="0"/>
                        <a:buNone/>
                      </a:pPr>
                      <a:r>
                        <a:rPr lang="en-CA" altLang="en-CA" sz="900" baseline="0">
                          <a:solidFill>
                            <a:schemeClr val="bg1"/>
                          </a:solidFill>
                          <a:latin typeface="Calibri"/>
                        </a:rPr>
                        <a:t>EXAMPLE of what would go here for Midtown Manhattan OW regions:</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Enemy faction xxx control point</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Roaming patrols of enemy faction xxx</a:t>
                      </a:r>
                    </a:p>
                    <a:p>
                      <a:pPr marL="171450" lvl="0" indent="-171450" algn="l" defTabSz="914391">
                        <a:lnSpc>
                          <a:spcPct val="100000"/>
                        </a:lnSpc>
                        <a:spcBef>
                          <a:spcPts val="0"/>
                        </a:spcBef>
                        <a:spcAft>
                          <a:spcPts val="0"/>
                        </a:spcAft>
                        <a:buClrTx/>
                        <a:buSzTx/>
                        <a:buFont typeface="Arial" charset="0"/>
                        <a:buChar char="•"/>
                      </a:pPr>
                      <a:endParaRPr lang="en-CA" altLang="en-CA" sz="900" baseline="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pic>
        <p:nvPicPr>
          <p:cNvPr id="16" name="Picture 15"/>
          <p:cNvPicPr>
            <a:picLocks noChangeAspect="1"/>
          </p:cNvPicPr>
          <p:nvPr/>
        </p:nvPicPr>
        <p:blipFill>
          <a:blip r:embed="rId3"/>
          <a:stretch/>
        </p:blipFill>
        <p:spPr>
          <a:xfrm>
            <a:off x="2880184" y="1021193"/>
            <a:ext cx="3027516" cy="2270637"/>
          </a:xfrm>
          <a:prstGeom prst="rect">
            <a:avLst/>
          </a:prstGeom>
        </p:spPr>
      </p:pic>
      <p:pic>
        <p:nvPicPr>
          <p:cNvPr id="13" name="Picture 12"/>
          <p:cNvPicPr>
            <a:picLocks noChangeAspect="1"/>
          </p:cNvPicPr>
          <p:nvPr/>
        </p:nvPicPr>
        <p:blipFill>
          <a:blip r:embed="rId4"/>
          <a:stretch/>
        </p:blipFill>
        <p:spPr>
          <a:xfrm>
            <a:off x="212604" y="709200"/>
            <a:ext cx="3061320" cy="20393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2551" y="123478"/>
            <a:ext cx="8784975" cy="390919"/>
          </a:xfrm>
          <a:prstGeom prst="rect">
            <a:avLst/>
          </a:prstGeom>
          <a:noFill/>
          <a:ln>
            <a:noFill/>
          </a:ln>
        </p:spPr>
        <p:txBody>
          <a:bodyPr anchor="ctr"/>
          <a:lstStyle/>
          <a:p>
            <a:pPr lvl="0" algn="ctr"/>
            <a:r>
              <a:rPr lang="en-CA" altLang="en-CA" sz="2800" b="1">
                <a:solidFill>
                  <a:schemeClr val="accent6"/>
                </a:solidFill>
                <a:latin typeface="Calibri"/>
              </a:rPr>
              <a:t>REGION VISUAL REFERENCES – </a:t>
            </a:r>
            <a:r>
              <a:rPr lang="en-CA" altLang="en-CA" sz="2800" b="1" i="0" u="none" strike="noStrike" kern="1200" spc="0" baseline="0">
                <a:solidFill>
                  <a:srgbClr val="EEEEEE"/>
                </a:solidFill>
                <a:latin typeface="Calibri"/>
                <a:ea typeface="+mn-ea"/>
              </a:rPr>
              <a:t>Chinatown, Manhattan</a:t>
            </a:r>
            <a:endParaRPr lang="en-CA" altLang="en-CA" sz="2800" b="1" i="0" u="none" strike="noStrike" kern="1200" spc="0" baseline="0">
              <a:solidFill>
                <a:srgbClr val="EEEEEE">
                  <a:lumMod val="75000"/>
                </a:srgbClr>
              </a:solidFill>
              <a:latin typeface="Calibri"/>
              <a:ea typeface="+mn-ea"/>
            </a:endParaRPr>
          </a:p>
        </p:txBody>
      </p:sp>
      <p:pic>
        <p:nvPicPr>
          <p:cNvPr id="2050" name="img164211"/>
          <p:cNvPicPr>
            <a:picLocks noChangeAspect="1"/>
          </p:cNvPicPr>
          <p:nvPr/>
        </p:nvPicPr>
        <p:blipFill>
          <a:blip r:embed="rId3"/>
          <a:stretch/>
        </p:blipFill>
        <p:spPr>
          <a:xfrm>
            <a:off x="4283968" y="649995"/>
            <a:ext cx="2730155" cy="1714500"/>
          </a:xfrm>
          <a:prstGeom prst="rect">
            <a:avLst/>
          </a:prstGeom>
          <a:noFill/>
          <a:ln>
            <a:noFill/>
          </a:ln>
        </p:spPr>
      </p:pic>
      <p:pic>
        <p:nvPicPr>
          <p:cNvPr id="7" name="Picture 12"/>
          <p:cNvPicPr>
            <a:picLocks noChangeAspect="1"/>
          </p:cNvPicPr>
          <p:nvPr/>
        </p:nvPicPr>
        <p:blipFill>
          <a:blip r:embed="rId4"/>
          <a:stretch/>
        </p:blipFill>
        <p:spPr>
          <a:xfrm>
            <a:off x="107638" y="2715766"/>
            <a:ext cx="3061320" cy="2039310"/>
          </a:xfrm>
          <a:prstGeom prst="rect">
            <a:avLst/>
          </a:prstGeom>
        </p:spPr>
      </p:pic>
      <p:pic>
        <p:nvPicPr>
          <p:cNvPr id="2051" name="img116123"/>
          <p:cNvPicPr>
            <a:picLocks noChangeAspect="1"/>
          </p:cNvPicPr>
          <p:nvPr/>
        </p:nvPicPr>
        <p:blipFill>
          <a:blip r:embed="rId5"/>
          <a:stretch/>
        </p:blipFill>
        <p:spPr>
          <a:xfrm>
            <a:off x="120174" y="649995"/>
            <a:ext cx="4067175" cy="1714500"/>
          </a:xfrm>
          <a:prstGeom prst="rect">
            <a:avLst/>
          </a:prstGeom>
          <a:noFill/>
          <a:ln>
            <a:noFill/>
          </a:ln>
        </p:spPr>
      </p:pic>
      <p:pic>
        <p:nvPicPr>
          <p:cNvPr id="1026" name="img805631"/>
          <p:cNvPicPr>
            <a:picLocks noChangeAspect="1"/>
          </p:cNvPicPr>
          <p:nvPr/>
        </p:nvPicPr>
        <p:blipFill>
          <a:blip r:embed="rId6"/>
          <a:stretch/>
        </p:blipFill>
        <p:spPr>
          <a:xfrm>
            <a:off x="7103082" y="672865"/>
            <a:ext cx="2024218" cy="1709190"/>
          </a:xfrm>
          <a:prstGeom prst="rect">
            <a:avLst/>
          </a:prstGeom>
          <a:noFill/>
          <a:ln>
            <a:noFill/>
          </a:ln>
        </p:spPr>
      </p:pic>
      <p:pic>
        <p:nvPicPr>
          <p:cNvPr id="1027" name="img930927"/>
          <p:cNvPicPr>
            <a:picLocks noChangeAspect="1"/>
          </p:cNvPicPr>
          <p:nvPr/>
        </p:nvPicPr>
        <p:blipFill>
          <a:blip r:embed="rId7"/>
          <a:stretch/>
        </p:blipFill>
        <p:spPr>
          <a:xfrm>
            <a:off x="3226330" y="2918961"/>
            <a:ext cx="2952072" cy="1447513"/>
          </a:xfrm>
          <a:prstGeom prst="rect">
            <a:avLst/>
          </a:prstGeom>
          <a:noFill/>
          <a:ln>
            <a:noFill/>
          </a:ln>
        </p:spPr>
      </p:pic>
      <p:pic>
        <p:nvPicPr>
          <p:cNvPr id="1028" name="img855638"/>
          <p:cNvPicPr>
            <a:picLocks noChangeAspect="1"/>
          </p:cNvPicPr>
          <p:nvPr/>
        </p:nvPicPr>
        <p:blipFill>
          <a:blip r:embed="rId8"/>
          <a:stretch/>
        </p:blipFill>
        <p:spPr>
          <a:xfrm>
            <a:off x="6235775" y="2804782"/>
            <a:ext cx="2856563" cy="156169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79517" y="699542"/>
            <a:ext cx="5855455" cy="2592288"/>
          </a:xfrm>
          <a:prstGeom prst="rect">
            <a:avLst/>
          </a:prstGeom>
          <a:noFill/>
          <a:ln w="6350">
            <a:solidFill>
              <a:schemeClr val="accent6"/>
            </a:solidFill>
            <a:prstDash val="solid"/>
            <a:miter/>
          </a:ln>
        </p:spPr>
        <p:txBody>
          <a:bodyPr anchor="ctr"/>
          <a:lstStyle/>
          <a:p>
            <a:pPr algn="ctr"/>
            <a:r>
              <a:rPr lang="en-CA" altLang="en-CA" sz="1200">
                <a:solidFill>
                  <a:schemeClr val="accent6"/>
                </a:solidFill>
                <a:latin typeface="Calibri"/>
              </a:rPr>
              <a:t>Key visual references or concept arts go here</a:t>
            </a:r>
          </a:p>
        </p:txBody>
      </p:sp>
      <p:graphicFrame>
        <p:nvGraphicFramePr>
          <p:cNvPr id="19" name="Tableau 18"/>
          <p:cNvGraphicFramePr/>
          <p:nvPr/>
        </p:nvGraphicFramePr>
        <p:xfrm>
          <a:off x="6153138" y="695605"/>
          <a:ext cx="2883358" cy="88392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79560">
                <a:tc>
                  <a:txBody>
                    <a:bodyPr/>
                    <a:lstStyle/>
                    <a:p>
                      <a:r>
                        <a:rPr lang="en-CA" altLang="en-CA" sz="1000" b="1">
                          <a:solidFill>
                            <a:schemeClr val="bg1"/>
                          </a:solidFill>
                          <a:latin typeface="Calibri"/>
                        </a:rPr>
                        <a:t>BIOME (geography, vegetation, architecture) </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16466">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Small streets, low buildings</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Mid-level wealth of neighborhood </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Chinese signage &amp; decorations </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Abandoned cars, junks in the streets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2" name="Tableau 31"/>
          <p:cNvGraphicFramePr/>
          <p:nvPr/>
        </p:nvGraphicFramePr>
        <p:xfrm>
          <a:off x="6153138" y="1635646"/>
          <a:ext cx="2883358" cy="74676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79445">
                <a:tc>
                  <a:txBody>
                    <a:bodyPr/>
                    <a:lstStyle/>
                    <a:p>
                      <a:r>
                        <a:rPr lang="en-CA" altLang="en-CA" sz="1000" b="1">
                          <a:solidFill>
                            <a:schemeClr val="bg1"/>
                          </a:solidFill>
                          <a:latin typeface="Calibri"/>
                        </a:rPr>
                        <a:t>LOCATION THEMATIC</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68627">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At night</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Some large building burning off in the background</a:t>
                      </a:r>
                      <a:endParaRPr lang="en-CA" altLang="en-CA" sz="90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Christmas decorations still visible</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3" name="Tableau 32"/>
          <p:cNvGraphicFramePr/>
          <p:nvPr/>
        </p:nvGraphicFramePr>
        <p:xfrm>
          <a:off x="6170613" y="2492800"/>
          <a:ext cx="2883358" cy="727022"/>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85019">
                <a:tc>
                  <a:txBody>
                    <a:bodyPr/>
                    <a:lstStyle/>
                    <a:p>
                      <a:r>
                        <a:rPr lang="en-CA" altLang="en-CA" sz="1000" b="1">
                          <a:solidFill>
                            <a:schemeClr val="bg1"/>
                          </a:solidFill>
                          <a:latin typeface="Calibri"/>
                        </a:rPr>
                        <a:t>ART BUDGET FOCUS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83182">
                <a:tc>
                  <a:txBody>
                    <a:bodyPr/>
                    <a:lstStyle/>
                    <a:p>
                      <a:pPr marL="0" lvl="0" indent="0" algn="l" defTabSz="914391">
                        <a:lnSpc>
                          <a:spcPct val="100000"/>
                        </a:lnSpc>
                        <a:spcBef>
                          <a:spcPts val="0"/>
                        </a:spcBef>
                        <a:spcAft>
                          <a:spcPts val="0"/>
                        </a:spcAft>
                        <a:buClrTx/>
                        <a:buSzTx/>
                        <a:buFont typeface="Arial" charset="0"/>
                        <a:buNone/>
                      </a:pPr>
                      <a:r>
                        <a:rPr lang="en-CA" altLang="en-CA" sz="900" baseline="0">
                          <a:solidFill>
                            <a:schemeClr val="bg1"/>
                          </a:solidFill>
                          <a:latin typeface="Calibri"/>
                        </a:rPr>
                        <a:t>Buildings on fire in the background, lighting up the sky</a:t>
                      </a: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4" name="Tableau 33"/>
          <p:cNvGraphicFramePr/>
          <p:nvPr/>
        </p:nvGraphicFramePr>
        <p:xfrm>
          <a:off x="6170613" y="3313572"/>
          <a:ext cx="2883358" cy="727022"/>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85019">
                <a:tc>
                  <a:txBody>
                    <a:bodyPr/>
                    <a:lstStyle/>
                    <a:p>
                      <a:r>
                        <a:rPr lang="en-CA" altLang="en-CA" sz="1000" b="1">
                          <a:solidFill>
                            <a:schemeClr val="bg1"/>
                          </a:solidFill>
                          <a:latin typeface="Calibri"/>
                        </a:rPr>
                        <a:t>LOCATION FUNCTION IN THE WORLD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83182">
                <a:tc>
                  <a:txBody>
                    <a:bodyPr/>
                    <a:lstStyle/>
                    <a:p>
                      <a:pPr marL="0" lvl="0" indent="0" algn="l" defTabSz="914391">
                        <a:lnSpc>
                          <a:spcPct val="100000"/>
                        </a:lnSpc>
                        <a:spcBef>
                          <a:spcPts val="0"/>
                        </a:spcBef>
                        <a:spcAft>
                          <a:spcPts val="0"/>
                        </a:spcAft>
                        <a:buClrTx/>
                        <a:buSzTx/>
                        <a:buFont typeface="Arial" charset="0"/>
                        <a:buNone/>
                      </a:pPr>
                      <a:r>
                        <a:rPr lang="en-CA" altLang="en-CA" sz="900" baseline="0">
                          <a:solidFill>
                            <a:schemeClr val="bg1"/>
                          </a:solidFill>
                          <a:latin typeface="Calibri"/>
                        </a:rPr>
                        <a:t>Local bank of a commerical &amp; residential area, now being evacuated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8" name="Tableau 37"/>
          <p:cNvGraphicFramePr/>
          <p:nvPr/>
        </p:nvGraphicFramePr>
        <p:xfrm>
          <a:off x="182183" y="3351973"/>
          <a:ext cx="2877649" cy="1667445"/>
        </p:xfrm>
        <a:graphic>
          <a:graphicData uri="http://schemas.openxmlformats.org/drawingml/2006/table">
            <a:tbl>
              <a:tblPr firstRow="1" bandRow="1">
                <a:tableStyleId>{37CE84F3-28C3-443E-9E96-99CF82512B78}</a:tableStyleId>
              </a:tblPr>
              <a:tblGrid>
                <a:gridCol w="2877649">
                  <a:extLst>
                    <a:ext uri="{9D8B030D-6E8A-4147-A177-3AD203B41FA5}">
                      <a16:colId xmlns:a16="http://schemas.microsoft.com/office/drawing/2014/main" val="20000"/>
                    </a:ext>
                  </a:extLst>
                </a:gridCol>
              </a:tblGrid>
              <a:tr h="199804">
                <a:tc>
                  <a:txBody>
                    <a:bodyPr/>
                    <a:lstStyle/>
                    <a:p>
                      <a:r>
                        <a:rPr lang="en-US" altLang="en-US" sz="1000" b="1">
                          <a:solidFill>
                            <a:schemeClr val="bg1"/>
                          </a:solidFill>
                          <a:latin typeface="Calibri"/>
                        </a:rPr>
                        <a:t>KEY</a:t>
                      </a:r>
                      <a:r>
                        <a:rPr lang="en-US" altLang="en-US" sz="1000" b="1" baseline="0">
                          <a:solidFill>
                            <a:schemeClr val="bg1"/>
                          </a:solidFill>
                          <a:latin typeface="Calibri"/>
                        </a:rPr>
                        <a:t> SITES IN MISSION LOCATION</a:t>
                      </a:r>
                      <a:endParaRPr lang="en-US" altLang="en-US"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423605">
                <a:tc>
                  <a:txBody>
                    <a:bodyPr/>
                    <a:lstStyle/>
                    <a:p>
                      <a:pPr marL="171450" lvl="0" indent="-171450" algn="l" defTabSz="914391">
                        <a:lnSpc>
                          <a:spcPct val="100000"/>
                        </a:lnSpc>
                        <a:spcBef>
                          <a:spcPts val="0"/>
                        </a:spcBef>
                        <a:spcAft>
                          <a:spcPts val="0"/>
                        </a:spcAft>
                        <a:buClrTx/>
                        <a:buSzTx/>
                        <a:buFont typeface="Arial" charset="0"/>
                        <a:buChar char="•"/>
                      </a:pPr>
                      <a:r>
                        <a:rPr lang="en-US" altLang="en-US" sz="900">
                          <a:solidFill>
                            <a:schemeClr val="bg1"/>
                          </a:solidFill>
                          <a:latin typeface="Calibri"/>
                        </a:rPr>
                        <a:t>JTF</a:t>
                      </a:r>
                      <a:r>
                        <a:rPr lang="en-US" altLang="en-US" sz="900" baseline="0">
                          <a:solidFill>
                            <a:schemeClr val="bg1"/>
                          </a:solidFill>
                          <a:latin typeface="Calibri"/>
                        </a:rPr>
                        <a:t> Checkpoint</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Refugees gathering point</a:t>
                      </a:r>
                    </a:p>
                    <a:p>
                      <a:pPr marL="171450" lvl="0" indent="-171450" algn="l" defTabSz="914391">
                        <a:lnSpc>
                          <a:spcPct val="100000"/>
                        </a:lnSpc>
                        <a:spcBef>
                          <a:spcPts val="0"/>
                        </a:spcBef>
                        <a:spcAft>
                          <a:spcPts val="0"/>
                        </a:spcAft>
                        <a:buClrTx/>
                        <a:buSzTx/>
                        <a:buFont typeface="Arial" charset="0"/>
                        <a:buChar char="•"/>
                      </a:pPr>
                      <a:r>
                        <a:rPr lang="en-US" altLang="en-US" sz="900" baseline="0">
                          <a:solidFill>
                            <a:schemeClr val="bg1"/>
                          </a:solidFill>
                          <a:latin typeface="Calibri"/>
                        </a:rPr>
                        <a:t>JTF pick up point</a:t>
                      </a:r>
                      <a:endParaRPr lang="en-US" altLang="en-US"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9" name="Tableau 38"/>
          <p:cNvGraphicFramePr/>
          <p:nvPr/>
        </p:nvGraphicFramePr>
        <p:xfrm>
          <a:off x="6170613" y="4129246"/>
          <a:ext cx="2883358" cy="890172"/>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257380">
                <a:tc>
                  <a:txBody>
                    <a:bodyPr/>
                    <a:lstStyle/>
                    <a:p>
                      <a:r>
                        <a:rPr lang="en-CA" altLang="en-CA" sz="1000" b="1">
                          <a:solidFill>
                            <a:schemeClr val="bg1"/>
                          </a:solidFill>
                          <a:latin typeface="Calibri"/>
                        </a:rPr>
                        <a:t>BACKSTORY</a:t>
                      </a:r>
                      <a:r>
                        <a:rPr lang="en-CA" altLang="en-CA" sz="1000" b="1" baseline="0">
                          <a:solidFill>
                            <a:schemeClr val="bg1"/>
                          </a:solidFill>
                          <a:latin typeface="Calibri"/>
                        </a:rPr>
                        <a:t> (in TCTD lore)</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32792">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Fresh water supply to Chinatown has broken down</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The local Division agents have just been activated</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The neighborhood is being evacuated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12" name="Tableau 11"/>
          <p:cNvGraphicFramePr/>
          <p:nvPr/>
        </p:nvGraphicFramePr>
        <p:xfrm>
          <a:off x="35496" y="17934"/>
          <a:ext cx="6408712" cy="60960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en-CA" altLang="en-CA" sz="1400" b="1" u="sng">
                          <a:solidFill>
                            <a:schemeClr val="bg1"/>
                          </a:solidFill>
                          <a:latin typeface="Calibri"/>
                        </a:rPr>
                        <a:t>LOCATION ID</a:t>
                      </a:r>
                      <a:r>
                        <a:rPr lang="en-CA" altLang="en-CA" sz="1400" b="1">
                          <a:solidFill>
                            <a:schemeClr val="bg1"/>
                          </a:solidFill>
                          <a:latin typeface="Calibri"/>
                        </a:rPr>
                        <a:t>:</a:t>
                      </a:r>
                      <a:r>
                        <a:rPr lang="en-CA" altLang="en-CA" sz="1400" b="1" baseline="0">
                          <a:solidFill>
                            <a:schemeClr val="bg1"/>
                          </a:solidFill>
                          <a:latin typeface="Calibri"/>
                        </a:rPr>
                        <a:t> XXXXX</a:t>
                      </a: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68480">
                <a:tc>
                  <a:txBody>
                    <a:bodyPr/>
                    <a:lstStyle/>
                    <a:p>
                      <a:pPr marL="0" algn="l" defTabSz="914391"/>
                      <a:r>
                        <a:rPr lang="en-CA" altLang="en-CA" sz="1400" b="1" u="sng" kern="1200">
                          <a:solidFill>
                            <a:schemeClr val="bg1"/>
                          </a:solidFill>
                          <a:latin typeface="Calibri"/>
                          <a:ea typeface="+mn-ea"/>
                        </a:rPr>
                        <a:t>LOCATION NAME:</a:t>
                      </a:r>
                      <a:r>
                        <a:rPr lang="en-CA" altLang="en-CA" sz="1400" b="1" kern="1200">
                          <a:solidFill>
                            <a:schemeClr val="bg1"/>
                          </a:solidFill>
                          <a:latin typeface="Calibri"/>
                          <a:ea typeface="+mn-ea"/>
                        </a:rPr>
                        <a:t> “JTF Checkpoint &amp; Chinatown streets</a:t>
                      </a:r>
                      <a:r>
                        <a:rPr lang="en-CA" altLang="en-CA" sz="1400" b="1" kern="1200" baseline="0">
                          <a:solidFill>
                            <a:schemeClr val="bg1"/>
                          </a:solidFill>
                          <a:latin typeface="Calibri"/>
                          <a:ea typeface="+mn-ea"/>
                        </a:rPr>
                        <a:t>”</a:t>
                      </a:r>
                      <a:endParaRPr lang="en-US" altLang="en-US" sz="1400" b="1" kern="1200">
                        <a:solidFill>
                          <a:schemeClr val="bg1"/>
                        </a:solidFill>
                        <a:latin typeface="Calibri"/>
                        <a:ea typeface="+mn-ea"/>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1" name="Tableau 10"/>
          <p:cNvGraphicFramePr/>
          <p:nvPr/>
        </p:nvGraphicFramePr>
        <p:xfrm>
          <a:off x="3200810" y="3363838"/>
          <a:ext cx="2883358" cy="165558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261989">
                <a:tc>
                  <a:txBody>
                    <a:bodyPr/>
                    <a:lstStyle/>
                    <a:p>
                      <a:r>
                        <a:rPr lang="en-CA" altLang="en-CA" sz="1000" b="1">
                          <a:solidFill>
                            <a:schemeClr val="bg1"/>
                          </a:solidFill>
                          <a:latin typeface="Calibri"/>
                        </a:rPr>
                        <a:t>ENVIRONMENTAL DETAIL SUGGESTIONS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393591">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People escaping the area with their most precious possessions</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Some very limited traffic weaving between abandoned cars?</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Stubborn citizens still putting up Christmas decorations</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Some large building burning off to the west.</a:t>
                      </a:r>
                    </a:p>
                    <a:p>
                      <a:pPr marL="0" lvl="0" indent="0" algn="l" defTabSz="914391">
                        <a:lnSpc>
                          <a:spcPct val="100000"/>
                        </a:lnSpc>
                        <a:spcBef>
                          <a:spcPts val="0"/>
                        </a:spcBef>
                        <a:spcAft>
                          <a:spcPts val="0"/>
                        </a:spcAft>
                        <a:buClrTx/>
                        <a:buSzTx/>
                        <a:buFont typeface="Arial" charset="0"/>
                        <a:buNone/>
                      </a:pP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79517" y="699542"/>
            <a:ext cx="5855455" cy="2592288"/>
          </a:xfrm>
          <a:prstGeom prst="rect">
            <a:avLst/>
          </a:prstGeom>
          <a:noFill/>
          <a:ln w="6350">
            <a:solidFill>
              <a:schemeClr val="accent6"/>
            </a:solidFill>
            <a:prstDash val="solid"/>
            <a:miter/>
          </a:ln>
        </p:spPr>
        <p:txBody>
          <a:bodyPr anchor="ctr"/>
          <a:lstStyle/>
          <a:p>
            <a:pPr algn="ctr"/>
            <a:r>
              <a:rPr lang="en-CA" altLang="en-CA" sz="1200">
                <a:solidFill>
                  <a:schemeClr val="accent6"/>
                </a:solidFill>
                <a:latin typeface="Calibri"/>
              </a:rPr>
              <a:t>Key visual references or concept arts go here</a:t>
            </a:r>
          </a:p>
        </p:txBody>
      </p:sp>
      <p:graphicFrame>
        <p:nvGraphicFramePr>
          <p:cNvPr id="19" name="Tableau 18"/>
          <p:cNvGraphicFramePr/>
          <p:nvPr/>
        </p:nvGraphicFramePr>
        <p:xfrm>
          <a:off x="6153138" y="695605"/>
          <a:ext cx="2883358" cy="88392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79560">
                <a:tc>
                  <a:txBody>
                    <a:bodyPr/>
                    <a:lstStyle/>
                    <a:p>
                      <a:r>
                        <a:rPr lang="en-CA" altLang="en-CA" sz="1000" b="1">
                          <a:solidFill>
                            <a:schemeClr val="bg1"/>
                          </a:solidFill>
                          <a:latin typeface="Calibri"/>
                        </a:rPr>
                        <a:t>BIOME (geography, vegetation, architecture) </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16466">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Small streets, low buildings</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Mid-level wealth of neighborhood </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Chinese signage &amp; decorations </a:t>
                      </a:r>
                    </a:p>
                    <a:p>
                      <a:pPr marL="171450" lvl="0" indent="-171450" algn="l" defTabSz="914391">
                        <a:lnSpc>
                          <a:spcPct val="100000"/>
                        </a:lnSpc>
                        <a:spcBef>
                          <a:spcPts val="0"/>
                        </a:spcBef>
                        <a:spcAft>
                          <a:spcPts val="0"/>
                        </a:spcAft>
                        <a:buClrTx/>
                        <a:buSzTx/>
                        <a:buFont typeface="Arial" charset="0"/>
                        <a:buChar char="•"/>
                      </a:pPr>
                      <a:r>
                        <a:rPr lang="en-CA" altLang="en-CA" sz="900" kern="1200" baseline="0">
                          <a:solidFill>
                            <a:schemeClr val="bg1"/>
                          </a:solidFill>
                          <a:latin typeface="Calibri"/>
                          <a:ea typeface="+mn-ea"/>
                        </a:rPr>
                        <a:t>Abandoned cars, junks in the streets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2" name="Tableau 31"/>
          <p:cNvGraphicFramePr/>
          <p:nvPr/>
        </p:nvGraphicFramePr>
        <p:xfrm>
          <a:off x="6153138" y="1635646"/>
          <a:ext cx="2883358" cy="74676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79445">
                <a:tc>
                  <a:txBody>
                    <a:bodyPr/>
                    <a:lstStyle/>
                    <a:p>
                      <a:r>
                        <a:rPr lang="en-CA" altLang="en-CA" sz="1000" b="1">
                          <a:solidFill>
                            <a:schemeClr val="bg1"/>
                          </a:solidFill>
                          <a:latin typeface="Calibri"/>
                        </a:rPr>
                        <a:t>LOCATION THEMATIC</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68627">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At night</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Some large building burning off in the background</a:t>
                      </a:r>
                      <a:endParaRPr lang="en-CA" altLang="en-CA" sz="900">
                        <a:solidFill>
                          <a:schemeClr val="bg1"/>
                        </a:solidFill>
                        <a:latin typeface="Calibri"/>
                      </a:endParaRP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Christmas decorations still visible</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3" name="Tableau 32"/>
          <p:cNvGraphicFramePr/>
          <p:nvPr/>
        </p:nvGraphicFramePr>
        <p:xfrm>
          <a:off x="6170613" y="2492800"/>
          <a:ext cx="2883358" cy="727022"/>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85019">
                <a:tc>
                  <a:txBody>
                    <a:bodyPr/>
                    <a:lstStyle/>
                    <a:p>
                      <a:r>
                        <a:rPr lang="en-CA" altLang="en-CA" sz="1000" b="1">
                          <a:solidFill>
                            <a:schemeClr val="bg1"/>
                          </a:solidFill>
                          <a:latin typeface="Calibri"/>
                        </a:rPr>
                        <a:t>ART BUDGET FOCUS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83182">
                <a:tc>
                  <a:txBody>
                    <a:bodyPr/>
                    <a:lstStyle/>
                    <a:p>
                      <a:pPr marL="0" lvl="0" indent="0" algn="l" defTabSz="914391">
                        <a:lnSpc>
                          <a:spcPct val="100000"/>
                        </a:lnSpc>
                        <a:spcBef>
                          <a:spcPts val="0"/>
                        </a:spcBef>
                        <a:spcAft>
                          <a:spcPts val="0"/>
                        </a:spcAft>
                        <a:buClrTx/>
                        <a:buSzTx/>
                        <a:buFont typeface="Arial" charset="0"/>
                        <a:buNone/>
                      </a:pPr>
                      <a:r>
                        <a:rPr lang="en-CA" altLang="en-CA" sz="900" baseline="0">
                          <a:solidFill>
                            <a:schemeClr val="bg1"/>
                          </a:solidFill>
                          <a:latin typeface="Calibri"/>
                        </a:rPr>
                        <a:t>Buildings on fire in the background, lighting up the sky</a:t>
                      </a:r>
                      <a:endParaRPr lang="en-CA" altLang="en-CA"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4" name="Tableau 33"/>
          <p:cNvGraphicFramePr/>
          <p:nvPr/>
        </p:nvGraphicFramePr>
        <p:xfrm>
          <a:off x="6170613" y="3313572"/>
          <a:ext cx="2883358" cy="727022"/>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185019">
                <a:tc>
                  <a:txBody>
                    <a:bodyPr/>
                    <a:lstStyle/>
                    <a:p>
                      <a:r>
                        <a:rPr lang="en-CA" altLang="en-CA" sz="1000" b="1">
                          <a:solidFill>
                            <a:schemeClr val="bg1"/>
                          </a:solidFill>
                          <a:latin typeface="Calibri"/>
                        </a:rPr>
                        <a:t>LOCATION FUNCTION IN THE WORLD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83182">
                <a:tc>
                  <a:txBody>
                    <a:bodyPr/>
                    <a:lstStyle/>
                    <a:p>
                      <a:pPr marL="0" lvl="0" indent="0" algn="l" defTabSz="914391">
                        <a:lnSpc>
                          <a:spcPct val="100000"/>
                        </a:lnSpc>
                        <a:spcBef>
                          <a:spcPts val="0"/>
                        </a:spcBef>
                        <a:spcAft>
                          <a:spcPts val="0"/>
                        </a:spcAft>
                        <a:buClrTx/>
                        <a:buSzTx/>
                        <a:buFont typeface="Arial" charset="0"/>
                        <a:buNone/>
                      </a:pPr>
                      <a:r>
                        <a:rPr lang="en-CA" altLang="en-CA" sz="900" baseline="0">
                          <a:solidFill>
                            <a:schemeClr val="bg1"/>
                          </a:solidFill>
                          <a:latin typeface="Calibri"/>
                        </a:rPr>
                        <a:t>Local bank of a commerical &amp; residential area, now being evacuated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8" name="Tableau 37"/>
          <p:cNvGraphicFramePr/>
          <p:nvPr/>
        </p:nvGraphicFramePr>
        <p:xfrm>
          <a:off x="182183" y="3351973"/>
          <a:ext cx="2877649" cy="1667445"/>
        </p:xfrm>
        <a:graphic>
          <a:graphicData uri="http://schemas.openxmlformats.org/drawingml/2006/table">
            <a:tbl>
              <a:tblPr firstRow="1" bandRow="1">
                <a:tableStyleId>{37CE84F3-28C3-443E-9E96-99CF82512B78}</a:tableStyleId>
              </a:tblPr>
              <a:tblGrid>
                <a:gridCol w="2877649">
                  <a:extLst>
                    <a:ext uri="{9D8B030D-6E8A-4147-A177-3AD203B41FA5}">
                      <a16:colId xmlns:a16="http://schemas.microsoft.com/office/drawing/2014/main" val="20000"/>
                    </a:ext>
                  </a:extLst>
                </a:gridCol>
              </a:tblGrid>
              <a:tr h="199804">
                <a:tc>
                  <a:txBody>
                    <a:bodyPr/>
                    <a:lstStyle/>
                    <a:p>
                      <a:r>
                        <a:rPr lang="en-US" altLang="en-US" sz="1000" b="1">
                          <a:solidFill>
                            <a:schemeClr val="bg1"/>
                          </a:solidFill>
                          <a:latin typeface="Calibri"/>
                        </a:rPr>
                        <a:t>KEY</a:t>
                      </a:r>
                      <a:r>
                        <a:rPr lang="en-US" altLang="en-US" sz="1000" b="1" baseline="0">
                          <a:solidFill>
                            <a:schemeClr val="bg1"/>
                          </a:solidFill>
                          <a:latin typeface="Calibri"/>
                        </a:rPr>
                        <a:t> SITES IN MISSION LOCATION</a:t>
                      </a:r>
                      <a:endParaRPr lang="en-US" altLang="en-US"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423605">
                <a:tc>
                  <a:txBody>
                    <a:bodyPr/>
                    <a:lstStyle/>
                    <a:p>
                      <a:pPr marL="171450" lvl="0" indent="-171450" algn="l" defTabSz="914391">
                        <a:lnSpc>
                          <a:spcPct val="100000"/>
                        </a:lnSpc>
                        <a:spcBef>
                          <a:spcPts val="0"/>
                        </a:spcBef>
                        <a:spcAft>
                          <a:spcPts val="0"/>
                        </a:spcAft>
                        <a:buClrTx/>
                        <a:buSzTx/>
                        <a:buFont typeface="Arial" charset="0"/>
                        <a:buChar char="•"/>
                      </a:pPr>
                      <a:r>
                        <a:rPr lang="en-US" altLang="en-US" sz="900" kern="100" baseline="0">
                          <a:solidFill>
                            <a:schemeClr val="bg1"/>
                          </a:solidFill>
                          <a:latin typeface="Calibri"/>
                          <a:ea typeface="SimSun"/>
                        </a:rPr>
                        <a:t>Rioters roadblock</a:t>
                      </a:r>
                      <a:endParaRPr lang="en-US" altLang="en-US" sz="800" kern="100">
                        <a:latin typeface="Calibri"/>
                        <a:ea typeface="SimSun"/>
                      </a:endParaRPr>
                    </a:p>
                    <a:p>
                      <a:pPr marL="171450" lvl="0" indent="-171450" algn="l" defTabSz="914391">
                        <a:lnSpc>
                          <a:spcPct val="100000"/>
                        </a:lnSpc>
                        <a:spcBef>
                          <a:spcPts val="0"/>
                        </a:spcBef>
                        <a:spcAft>
                          <a:spcPts val="0"/>
                        </a:spcAft>
                        <a:buClrTx/>
                        <a:buSzTx/>
                        <a:buFont typeface="Arial" charset="0"/>
                        <a:buChar char="•"/>
                      </a:pPr>
                      <a:endParaRPr lang="en-US" altLang="en-US" sz="900">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39" name="Tableau 38"/>
          <p:cNvGraphicFramePr/>
          <p:nvPr/>
        </p:nvGraphicFramePr>
        <p:xfrm>
          <a:off x="6170613" y="4129246"/>
          <a:ext cx="2883358" cy="890172"/>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257380">
                <a:tc>
                  <a:txBody>
                    <a:bodyPr/>
                    <a:lstStyle/>
                    <a:p>
                      <a:r>
                        <a:rPr lang="en-CA" altLang="en-CA" sz="1000" b="1">
                          <a:solidFill>
                            <a:schemeClr val="bg1"/>
                          </a:solidFill>
                          <a:latin typeface="Calibri"/>
                        </a:rPr>
                        <a:t>BACKSTORY</a:t>
                      </a:r>
                      <a:r>
                        <a:rPr lang="en-CA" altLang="en-CA" sz="1000" b="1" baseline="0">
                          <a:solidFill>
                            <a:schemeClr val="bg1"/>
                          </a:solidFill>
                          <a:latin typeface="Calibri"/>
                        </a:rPr>
                        <a:t> (in TCTD lore)</a:t>
                      </a:r>
                      <a:endParaRPr lang="en-CA" altLang="en-CA" sz="1000" b="1">
                        <a:solidFill>
                          <a:schemeClr val="bg1"/>
                        </a:solidFill>
                        <a:latin typeface="Calibri"/>
                      </a:endParaRP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632792">
                <a:tc>
                  <a:txBody>
                    <a:bodyPr/>
                    <a:lstStyle/>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Fresh water supply to Chinatown has broken down</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The local Division agents have just been activated</a:t>
                      </a:r>
                    </a:p>
                    <a:p>
                      <a:pPr marL="171450" lvl="0" indent="-171450" algn="l" defTabSz="914391">
                        <a:lnSpc>
                          <a:spcPct val="100000"/>
                        </a:lnSpc>
                        <a:spcBef>
                          <a:spcPts val="0"/>
                        </a:spcBef>
                        <a:spcAft>
                          <a:spcPts val="0"/>
                        </a:spcAft>
                        <a:buClrTx/>
                        <a:buSzTx/>
                        <a:buFont typeface="Arial" charset="0"/>
                        <a:buChar char="•"/>
                      </a:pPr>
                      <a:r>
                        <a:rPr lang="en-CA" altLang="en-CA" sz="900" baseline="0">
                          <a:solidFill>
                            <a:schemeClr val="bg1"/>
                          </a:solidFill>
                          <a:latin typeface="Calibri"/>
                        </a:rPr>
                        <a:t>The neighborhood is being evacuated</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graphicFrame>
        <p:nvGraphicFramePr>
          <p:cNvPr id="12" name="Tableau 11"/>
          <p:cNvGraphicFramePr/>
          <p:nvPr/>
        </p:nvGraphicFramePr>
        <p:xfrm>
          <a:off x="35496" y="17934"/>
          <a:ext cx="6408712" cy="609600"/>
        </p:xfrm>
        <a:graphic>
          <a:graphicData uri="http://schemas.openxmlformats.org/drawingml/2006/table">
            <a:tbl>
              <a:tblPr firstRow="1" bandRow="1">
                <a:tableStyleId>{37CE84F3-28C3-443E-9E96-99CF82512B78}</a:tableStyleId>
              </a:tblPr>
              <a:tblGrid>
                <a:gridCol w="6408712">
                  <a:extLst>
                    <a:ext uri="{9D8B030D-6E8A-4147-A177-3AD203B41FA5}">
                      <a16:colId xmlns:a16="http://schemas.microsoft.com/office/drawing/2014/main" val="20000"/>
                    </a:ext>
                  </a:extLst>
                </a:gridCol>
              </a:tblGrid>
              <a:tr h="207441">
                <a:tc>
                  <a:txBody>
                    <a:bodyPr/>
                    <a:lstStyle/>
                    <a:p>
                      <a:r>
                        <a:rPr lang="en-CA" altLang="en-CA" sz="1400" b="1" u="sng">
                          <a:solidFill>
                            <a:schemeClr val="bg1"/>
                          </a:solidFill>
                          <a:latin typeface="Calibri"/>
                        </a:rPr>
                        <a:t>LOCATION ID</a:t>
                      </a:r>
                      <a:r>
                        <a:rPr lang="en-CA" altLang="en-CA" sz="1400" b="1">
                          <a:solidFill>
                            <a:schemeClr val="bg1"/>
                          </a:solidFill>
                          <a:latin typeface="Calibri"/>
                        </a:rPr>
                        <a:t>:</a:t>
                      </a:r>
                      <a:r>
                        <a:rPr lang="en-CA" altLang="en-CA" sz="1400" b="1" baseline="0">
                          <a:solidFill>
                            <a:schemeClr val="bg1"/>
                          </a:solidFill>
                          <a:latin typeface="Calibri"/>
                        </a:rPr>
                        <a:t> XXXXX</a:t>
                      </a: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68480">
                <a:tc>
                  <a:txBody>
                    <a:bodyPr/>
                    <a:lstStyle/>
                    <a:p>
                      <a:pPr marL="0" algn="l" defTabSz="914391"/>
                      <a:r>
                        <a:rPr lang="en-CA" altLang="en-CA" sz="1400" b="1" u="sng" kern="1200">
                          <a:solidFill>
                            <a:schemeClr val="bg1"/>
                          </a:solidFill>
                          <a:latin typeface="Calibri"/>
                          <a:ea typeface="+mn-ea"/>
                        </a:rPr>
                        <a:t>LOCATION NAME:</a:t>
                      </a:r>
                      <a:r>
                        <a:rPr lang="en-CA" altLang="en-CA" sz="1400" b="1" kern="1200">
                          <a:solidFill>
                            <a:schemeClr val="bg1"/>
                          </a:solidFill>
                          <a:latin typeface="Calibri"/>
                          <a:ea typeface="+mn-ea"/>
                        </a:rPr>
                        <a:t> “Chinatown’s</a:t>
                      </a:r>
                      <a:r>
                        <a:rPr lang="en-CA" altLang="en-CA" sz="1400" b="1" kern="1200" baseline="0">
                          <a:solidFill>
                            <a:schemeClr val="bg1"/>
                          </a:solidFill>
                          <a:latin typeface="Calibri"/>
                          <a:ea typeface="+mn-ea"/>
                        </a:rPr>
                        <a:t> HSBC bank”</a:t>
                      </a:r>
                      <a:endParaRPr lang="en-US" altLang="en-US" sz="1400" b="1" kern="1200">
                        <a:solidFill>
                          <a:schemeClr val="bg1"/>
                        </a:solidFill>
                        <a:latin typeface="Calibri"/>
                        <a:ea typeface="+mn-ea"/>
                      </a:endParaRP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 name="Image 1"/>
          <p:cNvPicPr>
            <a:picLocks noChangeAspect="1"/>
          </p:cNvPicPr>
          <p:nvPr/>
        </p:nvPicPr>
        <p:blipFill>
          <a:blip r:embed="rId3"/>
          <a:stretch/>
        </p:blipFill>
        <p:spPr>
          <a:xfrm>
            <a:off x="251520" y="771550"/>
            <a:ext cx="3255433" cy="2147328"/>
          </a:xfrm>
          <a:prstGeom prst="rect">
            <a:avLst/>
          </a:prstGeom>
        </p:spPr>
      </p:pic>
      <p:graphicFrame>
        <p:nvGraphicFramePr>
          <p:cNvPr id="11" name="Tableau 10"/>
          <p:cNvGraphicFramePr/>
          <p:nvPr/>
        </p:nvGraphicFramePr>
        <p:xfrm>
          <a:off x="3200810" y="3363838"/>
          <a:ext cx="2883358" cy="1655580"/>
        </p:xfrm>
        <a:graphic>
          <a:graphicData uri="http://schemas.openxmlformats.org/drawingml/2006/table">
            <a:tbl>
              <a:tblPr firstRow="1" bandRow="1">
                <a:tableStyleId>{37CE84F3-28C3-443E-9E96-99CF82512B78}</a:tableStyleId>
              </a:tblPr>
              <a:tblGrid>
                <a:gridCol w="2883358">
                  <a:extLst>
                    <a:ext uri="{9D8B030D-6E8A-4147-A177-3AD203B41FA5}">
                      <a16:colId xmlns:a16="http://schemas.microsoft.com/office/drawing/2014/main" val="20000"/>
                    </a:ext>
                  </a:extLst>
                </a:gridCol>
              </a:tblGrid>
              <a:tr h="261989">
                <a:tc>
                  <a:txBody>
                    <a:bodyPr/>
                    <a:lstStyle/>
                    <a:p>
                      <a:r>
                        <a:rPr lang="en-CA" altLang="en-CA" sz="1000" b="1">
                          <a:solidFill>
                            <a:schemeClr val="bg1"/>
                          </a:solidFill>
                          <a:latin typeface="Calibri"/>
                        </a:rPr>
                        <a:t>ENVIRONMENTAL DETAIL SUGGESTIONS</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1393591">
                <a:tc>
                  <a:txBody>
                    <a:bodyPr/>
                    <a:lstStyle/>
                    <a:p>
                      <a:pPr marL="0" lvl="0" indent="0" algn="l" defTabSz="914391">
                        <a:lnSpc>
                          <a:spcPct val="100000"/>
                        </a:lnSpc>
                        <a:spcBef>
                          <a:spcPts val="0"/>
                        </a:spcBef>
                        <a:spcAft>
                          <a:spcPts val="0"/>
                        </a:spcAft>
                        <a:buClrTx/>
                        <a:buSzTx/>
                        <a:buFont typeface="Arial" charset="0"/>
                        <a:buNone/>
                      </a:pPr>
                      <a:r>
                        <a:rPr lang="en-CA" altLang="en-CA" sz="900">
                          <a:solidFill>
                            <a:schemeClr val="bg1"/>
                          </a:solidFill>
                          <a:latin typeface="Calibri"/>
                        </a:rPr>
                        <a:t>N/A</a:t>
                      </a:r>
                    </a:p>
                  </a:txBody>
                  <a:tcPr>
                    <a:lnL w="6350" cap="flat" cmpd="sng">
                      <a:solidFill>
                        <a:schemeClr val="bg1"/>
                      </a:solidFill>
                      <a:prstDash val="solid"/>
                      <a:round/>
                      <a:headEnd type="none" w="med" len="med"/>
                      <a:tailEnd type="none" w="med" len="med"/>
                    </a:lnL>
                    <a:lnR w="6350" cap="flat" cmpd="sng">
                      <a:solidFill>
                        <a:schemeClr val="bg1"/>
                      </a:solidFill>
                      <a:prstDash val="solid"/>
                      <a:round/>
                      <a:headEnd type="none" w="med" len="med"/>
                      <a:tailEnd type="none" w="med" len="med"/>
                    </a:lnR>
                    <a:lnT w="6350" cap="flat" cmpd="sng">
                      <a:solidFill>
                        <a:schemeClr val="bg1"/>
                      </a:solidFill>
                      <a:prstDash val="solid"/>
                      <a:round/>
                      <a:headEnd type="none" w="med" len="med"/>
                      <a:tailEnd type="none" w="med" len="med"/>
                    </a:lnT>
                    <a:lnB w="6350" cap="flat" cmpd="sng">
                      <a:solidFill>
                        <a:schemeClr val="bg1"/>
                      </a:solidFill>
                      <a:prstDash val="solid"/>
                      <a:round/>
                      <a:headEnd type="none" w="med" len="med"/>
                      <a:tailEnd type="none" w="med" len="med"/>
                    </a:lnB>
                    <a:lnTlToBr>
                      <a:noFill/>
                    </a:lnTlToBr>
                    <a:lnBlToTr>
                      <a:noFill/>
                    </a:lnBlToTr>
                    <a:solidFill>
                      <a:schemeClr val="tx1">
                        <a:lumMod val="5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p:nvPr/>
        </p:nvSpPr>
        <p:spPr>
          <a:xfrm>
            <a:off x="58243" y="73967"/>
            <a:ext cx="3747270" cy="390919"/>
          </a:xfrm>
          <a:prstGeom prst="rect">
            <a:avLst/>
          </a:prstGeom>
          <a:noFill/>
          <a:ln>
            <a:noFill/>
          </a:ln>
        </p:spPr>
        <p:txBody>
          <a:bodyPr anchor="ctr"/>
          <a:lstStyle/>
          <a:p>
            <a:pPr marL="0" lvl="0" indent="0" algn="ctr" defTabSz="914400">
              <a:lnSpc>
                <a:spcPct val="100000"/>
              </a:lnSpc>
              <a:spcBef>
                <a:spcPts val="0"/>
              </a:spcBef>
              <a:spcAft>
                <a:spcPts val="0"/>
              </a:spcAft>
              <a:buClrTx/>
              <a:buSzTx/>
              <a:buFontTx/>
              <a:buNone/>
            </a:pPr>
            <a:r>
              <a:rPr lang="en-CA" altLang="en-CA" b="1">
                <a:solidFill>
                  <a:srgbClr val="EEEEEE"/>
                </a:solidFill>
                <a:latin typeface="Calibri"/>
              </a:rPr>
              <a:t>MISSION </a:t>
            </a:r>
            <a:r>
              <a:rPr lang="en-CA" altLang="en-CA" b="1" i="0" u="none" strike="noStrike" kern="1200" spc="0" baseline="0">
                <a:solidFill>
                  <a:srgbClr val="EEEEEE"/>
                </a:solidFill>
                <a:latin typeface="Calibri"/>
                <a:ea typeface="+mn-ea"/>
              </a:rPr>
              <a:t>LOCATION MAP REFERENCE</a:t>
            </a:r>
            <a:endParaRPr lang="en-CA" altLang="en-CA" b="1" i="0" u="none" strike="noStrike" kern="1200" spc="0" baseline="0">
              <a:solidFill>
                <a:srgbClr val="EEEEEE">
                  <a:lumMod val="75000"/>
                </a:srgbClr>
              </a:solidFill>
              <a:latin typeface="Calibri"/>
              <a:ea typeface="+mn-ea"/>
            </a:endParaRPr>
          </a:p>
        </p:txBody>
      </p:sp>
      <p:pic>
        <p:nvPicPr>
          <p:cNvPr id="56" name="图片 55"/>
          <p:cNvPicPr>
            <a:picLocks noChangeAspect="1"/>
          </p:cNvPicPr>
          <p:nvPr/>
        </p:nvPicPr>
        <p:blipFill>
          <a:blip r:embed="rId2"/>
          <a:stretch/>
        </p:blipFill>
        <p:spPr>
          <a:xfrm>
            <a:off x="2352111" y="712823"/>
            <a:ext cx="3384945" cy="3135393"/>
          </a:xfrm>
          <a:prstGeom prst="rect">
            <a:avLst/>
          </a:prstGeom>
        </p:spPr>
      </p:pic>
      <p:grpSp>
        <p:nvGrpSpPr>
          <p:cNvPr id="57" name="组合 56"/>
          <p:cNvGrpSpPr/>
          <p:nvPr/>
        </p:nvGrpSpPr>
        <p:grpSpPr>
          <a:xfrm>
            <a:off x="2859488" y="778253"/>
            <a:ext cx="2674085" cy="3017012"/>
            <a:chOff x="4624467" y="898996"/>
            <a:chExt cx="4834628" cy="5454624"/>
          </a:xfrm>
        </p:grpSpPr>
        <p:grpSp>
          <p:nvGrpSpPr>
            <p:cNvPr id="58" name="组合 57"/>
            <p:cNvGrpSpPr/>
            <p:nvPr/>
          </p:nvGrpSpPr>
          <p:grpSpPr>
            <a:xfrm>
              <a:off x="4624467" y="898996"/>
              <a:ext cx="4834628" cy="5454624"/>
              <a:chOff x="7014252" y="3706061"/>
              <a:chExt cx="2368905" cy="2672695"/>
            </a:xfrm>
          </p:grpSpPr>
          <p:cxnSp>
            <p:nvCxnSpPr>
              <p:cNvPr id="69" name="直接箭头连接符 68"/>
              <p:cNvCxnSpPr/>
              <p:nvPr/>
            </p:nvCxnSpPr>
            <p:spPr>
              <a:xfrm>
                <a:off x="7755724" y="4715182"/>
                <a:ext cx="673911" cy="5919"/>
              </a:xfrm>
              <a:prstGeom prst="straightConnector1">
                <a:avLst/>
              </a:prstGeom>
              <a:ln w="57150">
                <a:solidFill>
                  <a:schemeClr val="bg1"/>
                </a:solidFill>
                <a:prstDash val="solid"/>
                <a:miter/>
                <a:tailEnd type="triangle"/>
              </a:ln>
            </p:spPr>
          </p:cxnSp>
          <p:grpSp>
            <p:nvGrpSpPr>
              <p:cNvPr id="70" name="组合 69"/>
              <p:cNvGrpSpPr/>
              <p:nvPr/>
            </p:nvGrpSpPr>
            <p:grpSpPr>
              <a:xfrm>
                <a:off x="7014252" y="3706061"/>
                <a:ext cx="2368905" cy="2624578"/>
                <a:chOff x="7014252" y="3706061"/>
                <a:chExt cx="2368905" cy="2624578"/>
              </a:xfrm>
            </p:grpSpPr>
            <p:grpSp>
              <p:nvGrpSpPr>
                <p:cNvPr id="80" name="组合 79"/>
                <p:cNvGrpSpPr/>
                <p:nvPr/>
              </p:nvGrpSpPr>
              <p:grpSpPr>
                <a:xfrm>
                  <a:off x="7014252" y="3923333"/>
                  <a:ext cx="2128019" cy="2407306"/>
                  <a:chOff x="7410294" y="3959977"/>
                  <a:chExt cx="2052618" cy="2322010"/>
                </a:xfrm>
              </p:grpSpPr>
              <p:sp>
                <p:nvSpPr>
                  <p:cNvPr id="92" name="矩形 40"/>
                  <p:cNvSpPr/>
                  <p:nvPr/>
                </p:nvSpPr>
                <p:spPr>
                  <a:xfrm>
                    <a:off x="7410294" y="5122316"/>
                    <a:ext cx="796689" cy="1159671"/>
                  </a:xfrm>
                  <a:custGeom>
                    <a:avLst/>
                    <a:gdLst/>
                    <a:ahLst/>
                    <a:cxnLst/>
                    <a:rect l="l" t="t" r="r" b="b"/>
                    <a:pathLst>
                      <a:path w="796689" h="1159671">
                        <a:moveTo>
                          <a:pt x="109028" y="4045"/>
                        </a:moveTo>
                        <a:cubicBezTo>
                          <a:pt x="335604" y="10427"/>
                          <a:pt x="570112" y="-6981"/>
                          <a:pt x="796689" y="3366"/>
                        </a:cubicBezTo>
                        <a:cubicBezTo>
                          <a:pt x="793721" y="204298"/>
                          <a:pt x="792498" y="232900"/>
                          <a:pt x="793952" y="439514"/>
                        </a:cubicBezTo>
                        <a:lnTo>
                          <a:pt x="619920" y="450493"/>
                        </a:lnTo>
                        <a:cubicBezTo>
                          <a:pt x="613093" y="647576"/>
                          <a:pt x="612171" y="949005"/>
                          <a:pt x="597417" y="1159671"/>
                        </a:cubicBezTo>
                        <a:lnTo>
                          <a:pt x="0" y="1147358"/>
                        </a:lnTo>
                        <a:cubicBezTo>
                          <a:pt x="36168" y="737732"/>
                          <a:pt x="64093" y="421600"/>
                          <a:pt x="109028" y="4045"/>
                        </a:cubicBezTo>
                        <a:close/>
                      </a:path>
                    </a:pathLst>
                  </a:custGeom>
                  <a:noFill/>
                  <a:ln w="38100">
                    <a:solidFill>
                      <a:srgbClr val="C00000"/>
                    </a:solidFill>
                    <a:prstDash val="solid"/>
                    <a:miter/>
                  </a:ln>
                </p:spPr>
                <p:txBody>
                  <a:bodyPr anchor="ctr"/>
                  <a:lstStyle/>
                  <a:p>
                    <a:pPr algn="ctr"/>
                    <a:endParaRPr lang="zh-CN" altLang="zh-CN" sz="1350">
                      <a:solidFill>
                        <a:schemeClr val="lt1"/>
                      </a:solidFill>
                    </a:endParaRPr>
                  </a:p>
                </p:txBody>
              </p:sp>
              <p:sp>
                <p:nvSpPr>
                  <p:cNvPr id="93" name="矩形 92"/>
                  <p:cNvSpPr/>
                  <p:nvPr/>
                </p:nvSpPr>
                <p:spPr>
                  <a:xfrm>
                    <a:off x="8458113" y="4479050"/>
                    <a:ext cx="821905" cy="393508"/>
                  </a:xfrm>
                  <a:prstGeom prst="rect">
                    <a:avLst/>
                  </a:prstGeom>
                  <a:noFill/>
                  <a:ln w="38100">
                    <a:solidFill>
                      <a:srgbClr val="002060"/>
                    </a:solidFill>
                    <a:prstDash val="solid"/>
                    <a:miter/>
                  </a:ln>
                </p:spPr>
                <p:txBody>
                  <a:bodyPr anchor="ctr"/>
                  <a:lstStyle/>
                  <a:p>
                    <a:pPr algn="ctr"/>
                    <a:endParaRPr lang="zh-CN" altLang="zh-CN" sz="1350">
                      <a:solidFill>
                        <a:schemeClr val="lt1"/>
                      </a:solidFill>
                    </a:endParaRPr>
                  </a:p>
                </p:txBody>
              </p:sp>
              <p:sp>
                <p:nvSpPr>
                  <p:cNvPr id="94" name="矩形 93"/>
                  <p:cNvSpPr/>
                  <p:nvPr/>
                </p:nvSpPr>
                <p:spPr>
                  <a:xfrm>
                    <a:off x="8232226" y="4209249"/>
                    <a:ext cx="418224" cy="463215"/>
                  </a:xfrm>
                  <a:prstGeom prst="rect">
                    <a:avLst/>
                  </a:prstGeom>
                  <a:noFill/>
                  <a:ln w="38100">
                    <a:solidFill>
                      <a:srgbClr val="00B050"/>
                    </a:solidFill>
                    <a:prstDash val="solid"/>
                    <a:miter/>
                  </a:ln>
                </p:spPr>
                <p:txBody>
                  <a:bodyPr anchor="ctr"/>
                  <a:lstStyle/>
                  <a:p>
                    <a:pPr algn="ctr"/>
                    <a:endParaRPr lang="zh-CN" altLang="zh-CN" sz="1350">
                      <a:solidFill>
                        <a:schemeClr val="lt1"/>
                      </a:solidFill>
                    </a:endParaRPr>
                  </a:p>
                </p:txBody>
              </p:sp>
              <p:sp>
                <p:nvSpPr>
                  <p:cNvPr id="95" name="矩形 94"/>
                  <p:cNvSpPr/>
                  <p:nvPr/>
                </p:nvSpPr>
                <p:spPr>
                  <a:xfrm>
                    <a:off x="8324879" y="4907223"/>
                    <a:ext cx="509107" cy="239407"/>
                  </a:xfrm>
                  <a:prstGeom prst="rect">
                    <a:avLst/>
                  </a:prstGeom>
                  <a:noFill/>
                  <a:ln w="38100">
                    <a:solidFill>
                      <a:srgbClr val="00B050"/>
                    </a:solidFill>
                    <a:prstDash val="solid"/>
                    <a:miter/>
                  </a:ln>
                </p:spPr>
                <p:txBody>
                  <a:bodyPr anchor="ctr"/>
                  <a:lstStyle/>
                  <a:p>
                    <a:pPr algn="ctr"/>
                    <a:endParaRPr lang="zh-CN" altLang="zh-CN" sz="1350">
                      <a:solidFill>
                        <a:schemeClr val="lt1"/>
                      </a:solidFill>
                    </a:endParaRPr>
                  </a:p>
                </p:txBody>
              </p:sp>
              <p:sp>
                <p:nvSpPr>
                  <p:cNvPr id="96" name="矩形 105"/>
                  <p:cNvSpPr/>
                  <p:nvPr/>
                </p:nvSpPr>
                <p:spPr>
                  <a:xfrm>
                    <a:off x="9286342" y="3959977"/>
                    <a:ext cx="176570" cy="271534"/>
                  </a:xfrm>
                  <a:custGeom>
                    <a:avLst/>
                    <a:gdLst/>
                    <a:ahLst/>
                    <a:cxnLst/>
                    <a:rect l="l" t="t" r="r" b="b"/>
                    <a:pathLst>
                      <a:path w="176570" h="271534">
                        <a:moveTo>
                          <a:pt x="0" y="0"/>
                        </a:moveTo>
                        <a:lnTo>
                          <a:pt x="140886" y="3965"/>
                        </a:lnTo>
                        <a:lnTo>
                          <a:pt x="176570" y="271534"/>
                        </a:lnTo>
                        <a:lnTo>
                          <a:pt x="51543" y="271534"/>
                        </a:lnTo>
                        <a:lnTo>
                          <a:pt x="0" y="0"/>
                        </a:lnTo>
                        <a:close/>
                      </a:path>
                    </a:pathLst>
                  </a:custGeom>
                  <a:noFill/>
                  <a:ln w="38100">
                    <a:solidFill>
                      <a:srgbClr val="00B0F0"/>
                    </a:solidFill>
                    <a:prstDash val="solid"/>
                    <a:miter/>
                  </a:ln>
                </p:spPr>
                <p:txBody>
                  <a:bodyPr anchor="ctr"/>
                  <a:lstStyle/>
                  <a:p>
                    <a:pPr algn="ctr"/>
                    <a:endParaRPr lang="zh-CN" altLang="zh-CN" sz="1350">
                      <a:solidFill>
                        <a:schemeClr val="lt1"/>
                      </a:solidFill>
                    </a:endParaRPr>
                  </a:p>
                </p:txBody>
              </p:sp>
            </p:grpSp>
            <p:sp>
              <p:nvSpPr>
                <p:cNvPr id="81" name="文本框 80"/>
                <p:cNvSpPr txBox="1"/>
                <p:nvPr/>
              </p:nvSpPr>
              <p:spPr>
                <a:xfrm>
                  <a:off x="7104337" y="6086652"/>
                  <a:ext cx="566293" cy="204488"/>
                </a:xfrm>
                <a:prstGeom prst="rect">
                  <a:avLst/>
                </a:prstGeom>
                <a:noFill/>
              </p:spPr>
              <p:txBody>
                <a:bodyPr wrap="square">
                  <a:spAutoFit/>
                </a:bodyPr>
                <a:lstStyle/>
                <a:p>
                  <a:r>
                    <a:rPr lang="en-GB" altLang="en-GB" sz="900" b="1"/>
                    <a:t>Entrance</a:t>
                  </a:r>
                </a:p>
              </p:txBody>
            </p:sp>
            <p:sp>
              <p:nvSpPr>
                <p:cNvPr id="82" name="文本框 81"/>
                <p:cNvSpPr txBox="1"/>
                <p:nvPr/>
              </p:nvSpPr>
              <p:spPr>
                <a:xfrm>
                  <a:off x="8495264" y="4617780"/>
                  <a:ext cx="624874" cy="218121"/>
                </a:xfrm>
                <a:prstGeom prst="rect">
                  <a:avLst/>
                </a:prstGeom>
                <a:noFill/>
              </p:spPr>
              <p:txBody>
                <a:bodyPr wrap="square">
                  <a:spAutoFit/>
                </a:bodyPr>
                <a:lstStyle/>
                <a:p>
                  <a:r>
                    <a:rPr lang="en-GB" altLang="en-GB" sz="1000" b="1">
                      <a:highlight>
                        <a:srgbClr val="C0C0C0"/>
                      </a:highlight>
                    </a:rPr>
                    <a:t>Dungeon</a:t>
                  </a:r>
                  <a:endParaRPr lang="zh-CN" altLang="zh-CN" sz="1000" b="1">
                    <a:highlight>
                      <a:srgbClr val="C0C0C0"/>
                    </a:highlight>
                  </a:endParaRPr>
                </a:p>
              </p:txBody>
            </p:sp>
            <p:sp>
              <p:nvSpPr>
                <p:cNvPr id="83" name="文本框 82"/>
                <p:cNvSpPr txBox="1"/>
                <p:nvPr/>
              </p:nvSpPr>
              <p:spPr>
                <a:xfrm>
                  <a:off x="7394989" y="3895434"/>
                  <a:ext cx="386651" cy="663549"/>
                </a:xfrm>
                <a:prstGeom prst="rect">
                  <a:avLst/>
                </a:prstGeom>
                <a:noFill/>
              </p:spPr>
              <p:txBody>
                <a:bodyPr vert="horz" wrap="none">
                  <a:spAutoFit/>
                </a:bodyPr>
                <a:lstStyle/>
                <a:p>
                  <a:r>
                    <a:rPr lang="en-GB" altLang="en-GB" sz="1200" b="1"/>
                    <a:t>Living </a:t>
                  </a:r>
                </a:p>
                <a:p>
                  <a:r>
                    <a:rPr lang="en-GB" altLang="en-GB" sz="1200" b="1"/>
                    <a:t>Area</a:t>
                  </a:r>
                </a:p>
                <a:p>
                  <a:endParaRPr lang="en-GB" altLang="en-GB" sz="1200" b="1"/>
                </a:p>
                <a:p>
                  <a:endParaRPr lang="en-GB" altLang="en-GB" sz="1200" b="1"/>
                </a:p>
                <a:p>
                  <a:r>
                    <a:rPr lang="en-GB" altLang="en-GB" sz="1200" b="1"/>
                    <a:t>Echo</a:t>
                  </a:r>
                  <a:endParaRPr lang="zh-CN" altLang="zh-CN" sz="1200" b="1"/>
                </a:p>
              </p:txBody>
            </p:sp>
            <p:sp>
              <p:nvSpPr>
                <p:cNvPr id="84" name="文本框 83"/>
                <p:cNvSpPr txBox="1"/>
                <p:nvPr/>
              </p:nvSpPr>
              <p:spPr>
                <a:xfrm>
                  <a:off x="8782598" y="3706061"/>
                  <a:ext cx="600559" cy="224938"/>
                </a:xfrm>
                <a:prstGeom prst="rect">
                  <a:avLst/>
                </a:prstGeom>
                <a:noFill/>
              </p:spPr>
              <p:txBody>
                <a:bodyPr vert="horz" wrap="square">
                  <a:spAutoFit/>
                </a:bodyPr>
                <a:lstStyle/>
                <a:p>
                  <a:r>
                    <a:rPr lang="en-GB" altLang="en-GB" sz="1050" b="1">
                      <a:solidFill>
                        <a:schemeClr val="bg1"/>
                      </a:solidFill>
                    </a:rPr>
                    <a:t>Arsenal</a:t>
                  </a:r>
                  <a:endParaRPr lang="zh-CN" altLang="zh-CN" sz="1050" b="1">
                    <a:solidFill>
                      <a:schemeClr val="bg1"/>
                    </a:solidFill>
                  </a:endParaRPr>
                </a:p>
              </p:txBody>
            </p:sp>
            <p:sp>
              <p:nvSpPr>
                <p:cNvPr id="85" name="文本框 84"/>
                <p:cNvSpPr txBox="1"/>
                <p:nvPr/>
              </p:nvSpPr>
              <p:spPr>
                <a:xfrm>
                  <a:off x="8267445" y="3993418"/>
                  <a:ext cx="516511" cy="245386"/>
                </a:xfrm>
                <a:prstGeom prst="rect">
                  <a:avLst/>
                </a:prstGeom>
                <a:noFill/>
              </p:spPr>
              <p:txBody>
                <a:bodyPr wrap="square">
                  <a:spAutoFit/>
                </a:bodyPr>
                <a:lstStyle/>
                <a:p>
                  <a:r>
                    <a:rPr lang="en-US" altLang="en-US" sz="1200" b="1">
                      <a:solidFill>
                        <a:schemeClr val="bg1"/>
                      </a:solidFill>
                      <a:highlight>
                        <a:srgbClr val="808080"/>
                      </a:highlight>
                    </a:rPr>
                    <a:t>BOSS</a:t>
                  </a:r>
                  <a:endParaRPr lang="zh-CN" altLang="zh-CN" sz="1200" b="1">
                    <a:solidFill>
                      <a:schemeClr val="bg1"/>
                    </a:solidFill>
                    <a:highlight>
                      <a:srgbClr val="808080"/>
                    </a:highlight>
                  </a:endParaRPr>
                </a:p>
              </p:txBody>
            </p:sp>
            <p:sp>
              <p:nvSpPr>
                <p:cNvPr id="86" name="文本框 85"/>
                <p:cNvSpPr txBox="1"/>
                <p:nvPr/>
              </p:nvSpPr>
              <p:spPr>
                <a:xfrm>
                  <a:off x="9082877" y="4206727"/>
                  <a:ext cx="226049" cy="143903"/>
                </a:xfrm>
                <a:prstGeom prst="rect">
                  <a:avLst/>
                </a:prstGeom>
                <a:noFill/>
              </p:spPr>
              <p:txBody>
                <a:bodyPr wrap="none">
                  <a:spAutoFit/>
                </a:bodyPr>
                <a:lstStyle/>
                <a:p>
                  <a:r>
                    <a:rPr lang="en-GB" altLang="en-GB" sz="900" b="1">
                      <a:solidFill>
                        <a:schemeClr val="bg2"/>
                      </a:solidFill>
                      <a:highlight>
                        <a:srgbClr val="008000"/>
                      </a:highlight>
                    </a:rPr>
                    <a:t>Exit</a:t>
                  </a:r>
                </a:p>
              </p:txBody>
            </p:sp>
            <p:sp>
              <p:nvSpPr>
                <p:cNvPr id="87" name="文本框 86"/>
                <p:cNvSpPr txBox="1"/>
                <p:nvPr/>
              </p:nvSpPr>
              <p:spPr>
                <a:xfrm>
                  <a:off x="8245750" y="5028492"/>
                  <a:ext cx="427816" cy="224938"/>
                </a:xfrm>
                <a:prstGeom prst="rect">
                  <a:avLst/>
                </a:prstGeom>
                <a:noFill/>
              </p:spPr>
              <p:txBody>
                <a:bodyPr wrap="square">
                  <a:spAutoFit/>
                </a:bodyPr>
                <a:lstStyle/>
                <a:p>
                  <a:r>
                    <a:rPr lang="en-US" altLang="en-US" sz="1050" b="1">
                      <a:highlight>
                        <a:srgbClr val="C0C0C0"/>
                      </a:highlight>
                    </a:rPr>
                    <a:t>Gate</a:t>
                  </a:r>
                  <a:endParaRPr lang="zh-CN" altLang="zh-CN" sz="1050" b="1">
                    <a:highlight>
                      <a:srgbClr val="C0C0C0"/>
                    </a:highlight>
                  </a:endParaRPr>
                </a:p>
              </p:txBody>
            </p:sp>
            <p:sp>
              <p:nvSpPr>
                <p:cNvPr id="88" name="任意多边形: 形状 87"/>
                <p:cNvSpPr/>
                <p:nvPr/>
              </p:nvSpPr>
              <p:spPr>
                <a:xfrm>
                  <a:off x="7208447" y="3904016"/>
                  <a:ext cx="625743" cy="417638"/>
                </a:xfrm>
                <a:custGeom>
                  <a:avLst/>
                  <a:gdLst/>
                  <a:ahLst/>
                  <a:cxnLst/>
                  <a:rect l="l" t="t" r="r" b="b"/>
                  <a:pathLst>
                    <a:path w="625743" h="417638">
                      <a:moveTo>
                        <a:pt x="625743" y="0"/>
                      </a:moveTo>
                      <a:lnTo>
                        <a:pt x="22896" y="9847"/>
                      </a:lnTo>
                      <a:lnTo>
                        <a:pt x="0" y="417638"/>
                      </a:lnTo>
                      <a:lnTo>
                        <a:pt x="621633" y="415025"/>
                      </a:lnTo>
                      <a:cubicBezTo>
                        <a:pt x="622977" y="146631"/>
                        <a:pt x="624399" y="268394"/>
                        <a:pt x="625743" y="0"/>
                      </a:cubicBezTo>
                      <a:close/>
                    </a:path>
                  </a:pathLst>
                </a:custGeom>
                <a:noFill/>
                <a:ln w="38100">
                  <a:solidFill>
                    <a:srgbClr val="C00000"/>
                  </a:solidFill>
                  <a:prstDash val="solid"/>
                  <a:miter/>
                </a:ln>
              </p:spPr>
              <p:txBody>
                <a:bodyPr anchor="ctr"/>
                <a:lstStyle/>
                <a:p>
                  <a:pPr algn="ctr"/>
                  <a:endParaRPr lang="zh-CN" altLang="zh-CN" sz="1350">
                    <a:solidFill>
                      <a:schemeClr val="lt1"/>
                    </a:solidFill>
                  </a:endParaRPr>
                </a:p>
              </p:txBody>
            </p:sp>
            <p:sp>
              <p:nvSpPr>
                <p:cNvPr id="89" name="任意多边形: 形状 88"/>
                <p:cNvSpPr/>
                <p:nvPr/>
              </p:nvSpPr>
              <p:spPr>
                <a:xfrm>
                  <a:off x="8329762" y="3923332"/>
                  <a:ext cx="638985" cy="438858"/>
                </a:xfrm>
                <a:custGeom>
                  <a:avLst/>
                  <a:gdLst/>
                  <a:ahLst/>
                  <a:cxnLst/>
                  <a:rect l="l" t="t" r="r" b="b"/>
                  <a:pathLst>
                    <a:path w="638985" h="438858">
                      <a:moveTo>
                        <a:pt x="0" y="4111"/>
                      </a:moveTo>
                      <a:lnTo>
                        <a:pt x="0" y="434749"/>
                      </a:lnTo>
                      <a:lnTo>
                        <a:pt x="338484" y="438858"/>
                      </a:lnTo>
                      <a:lnTo>
                        <a:pt x="316858" y="280393"/>
                      </a:lnTo>
                      <a:lnTo>
                        <a:pt x="638985" y="284504"/>
                      </a:lnTo>
                      <a:lnTo>
                        <a:pt x="592128" y="0"/>
                      </a:lnTo>
                      <a:lnTo>
                        <a:pt x="0" y="4111"/>
                      </a:lnTo>
                      <a:close/>
                    </a:path>
                  </a:pathLst>
                </a:custGeom>
                <a:noFill/>
                <a:ln w="38100">
                  <a:solidFill>
                    <a:srgbClr val="C00000"/>
                  </a:solidFill>
                  <a:prstDash val="solid"/>
                  <a:miter/>
                </a:ln>
              </p:spPr>
              <p:txBody>
                <a:bodyPr anchor="ctr"/>
                <a:lstStyle/>
                <a:p>
                  <a:pPr algn="ctr"/>
                  <a:endParaRPr lang="zh-CN" altLang="zh-CN" sz="1350">
                    <a:solidFill>
                      <a:schemeClr val="lt1"/>
                    </a:solidFill>
                  </a:endParaRPr>
                </a:p>
              </p:txBody>
            </p:sp>
            <p:sp>
              <p:nvSpPr>
                <p:cNvPr id="90" name="任意多边形: 形状 89"/>
                <p:cNvSpPr/>
                <p:nvPr/>
              </p:nvSpPr>
              <p:spPr>
                <a:xfrm>
                  <a:off x="7198254" y="4364356"/>
                  <a:ext cx="639133" cy="419180"/>
                </a:xfrm>
                <a:custGeom>
                  <a:avLst/>
                  <a:gdLst/>
                  <a:ahLst/>
                  <a:cxnLst/>
                  <a:rect l="l" t="t" r="r" b="b"/>
                  <a:pathLst>
                    <a:path w="639133" h="419180">
                      <a:moveTo>
                        <a:pt x="24663" y="2263"/>
                      </a:moveTo>
                      <a:cubicBezTo>
                        <a:pt x="25457" y="134246"/>
                        <a:pt x="7427" y="287197"/>
                        <a:pt x="0" y="419180"/>
                      </a:cubicBezTo>
                      <a:lnTo>
                        <a:pt x="639082" y="408697"/>
                      </a:lnTo>
                      <a:cubicBezTo>
                        <a:pt x="639479" y="151518"/>
                        <a:pt x="637494" y="145559"/>
                        <a:pt x="636701" y="0"/>
                      </a:cubicBezTo>
                      <a:lnTo>
                        <a:pt x="24663" y="2263"/>
                      </a:lnTo>
                      <a:close/>
                    </a:path>
                  </a:pathLst>
                </a:custGeom>
                <a:noFill/>
                <a:ln w="38100">
                  <a:solidFill>
                    <a:srgbClr val="C00000"/>
                  </a:solidFill>
                  <a:prstDash val="solid"/>
                  <a:miter/>
                </a:ln>
              </p:spPr>
              <p:txBody>
                <a:bodyPr anchor="ctr"/>
                <a:lstStyle/>
                <a:p>
                  <a:pPr algn="ctr"/>
                  <a:endParaRPr lang="zh-CN" altLang="zh-CN" sz="1350">
                    <a:solidFill>
                      <a:schemeClr val="lt1"/>
                    </a:solidFill>
                  </a:endParaRPr>
                </a:p>
              </p:txBody>
            </p:sp>
            <p:sp>
              <p:nvSpPr>
                <p:cNvPr id="91" name="文本框 90"/>
                <p:cNvSpPr txBox="1"/>
                <p:nvPr/>
              </p:nvSpPr>
              <p:spPr>
                <a:xfrm>
                  <a:off x="7792326" y="4223395"/>
                  <a:ext cx="710806" cy="224938"/>
                </a:xfrm>
                <a:prstGeom prst="rect">
                  <a:avLst/>
                </a:prstGeom>
                <a:noFill/>
              </p:spPr>
              <p:txBody>
                <a:bodyPr wrap="square">
                  <a:spAutoFit/>
                </a:bodyPr>
                <a:lstStyle/>
                <a:p>
                  <a:r>
                    <a:rPr lang="en-GB" altLang="en-GB" sz="1000" b="1"/>
                    <a:t>Colosseum</a:t>
                  </a:r>
                  <a:endParaRPr lang="zh-CN" altLang="zh-CN" sz="1000" b="1"/>
                </a:p>
              </p:txBody>
            </p:sp>
          </p:grpSp>
          <p:cxnSp>
            <p:nvCxnSpPr>
              <p:cNvPr id="71" name="直接箭头连接符 70"/>
              <p:cNvCxnSpPr/>
              <p:nvPr/>
            </p:nvCxnSpPr>
            <p:spPr>
              <a:xfrm flipV="1">
                <a:off x="7097096" y="5699195"/>
                <a:ext cx="65144" cy="679561"/>
              </a:xfrm>
              <a:prstGeom prst="straightConnector1">
                <a:avLst/>
              </a:prstGeom>
              <a:ln w="57150">
                <a:solidFill>
                  <a:schemeClr val="bg1"/>
                </a:solidFill>
                <a:prstDash val="solid"/>
                <a:miter/>
                <a:tailEnd type="triangle"/>
              </a:ln>
            </p:spPr>
          </p:cxnSp>
          <p:cxnSp>
            <p:nvCxnSpPr>
              <p:cNvPr id="72" name="直接箭头连接符 71"/>
              <p:cNvCxnSpPr/>
              <p:nvPr/>
            </p:nvCxnSpPr>
            <p:spPr>
              <a:xfrm flipV="1">
                <a:off x="7221379" y="5235457"/>
                <a:ext cx="143493" cy="236309"/>
              </a:xfrm>
              <a:prstGeom prst="straightConnector1">
                <a:avLst/>
              </a:prstGeom>
              <a:ln w="57150">
                <a:solidFill>
                  <a:schemeClr val="bg1"/>
                </a:solidFill>
                <a:prstDash val="solid"/>
                <a:miter/>
                <a:tailEnd type="triangle"/>
              </a:ln>
            </p:spPr>
          </p:cxnSp>
          <p:cxnSp>
            <p:nvCxnSpPr>
              <p:cNvPr id="73" name="直接箭头连接符 72"/>
              <p:cNvCxnSpPr/>
              <p:nvPr/>
            </p:nvCxnSpPr>
            <p:spPr>
              <a:xfrm>
                <a:off x="7369133" y="5215680"/>
                <a:ext cx="301497" cy="10070"/>
              </a:xfrm>
              <a:prstGeom prst="straightConnector1">
                <a:avLst/>
              </a:prstGeom>
              <a:ln w="57150">
                <a:solidFill>
                  <a:schemeClr val="bg1"/>
                </a:solidFill>
                <a:prstDash val="solid"/>
                <a:miter/>
                <a:tailEnd type="triangle"/>
              </a:ln>
            </p:spPr>
          </p:cxnSp>
          <p:cxnSp>
            <p:nvCxnSpPr>
              <p:cNvPr id="74" name="直接箭头连接符 73"/>
              <p:cNvCxnSpPr/>
              <p:nvPr/>
            </p:nvCxnSpPr>
            <p:spPr>
              <a:xfrm flipH="1">
                <a:off x="7416850" y="3967336"/>
                <a:ext cx="10382" cy="589120"/>
              </a:xfrm>
              <a:prstGeom prst="straightConnector1">
                <a:avLst/>
              </a:prstGeom>
              <a:ln w="57150">
                <a:solidFill>
                  <a:schemeClr val="bg1"/>
                </a:solidFill>
                <a:prstDash val="solid"/>
                <a:miter/>
                <a:tailEnd type="triangle"/>
              </a:ln>
            </p:spPr>
          </p:cxnSp>
          <p:cxnSp>
            <p:nvCxnSpPr>
              <p:cNvPr id="75" name="直接箭头连接符 74"/>
              <p:cNvCxnSpPr/>
              <p:nvPr/>
            </p:nvCxnSpPr>
            <p:spPr>
              <a:xfrm flipH="1">
                <a:off x="7682514" y="4238804"/>
                <a:ext cx="331353" cy="1885"/>
              </a:xfrm>
              <a:prstGeom prst="straightConnector1">
                <a:avLst/>
              </a:prstGeom>
              <a:ln w="57150">
                <a:solidFill>
                  <a:schemeClr val="bg1"/>
                </a:solidFill>
                <a:prstDash val="solid"/>
                <a:miter/>
                <a:tailEnd type="triangle"/>
              </a:ln>
            </p:spPr>
          </p:cxnSp>
          <p:cxnSp>
            <p:nvCxnSpPr>
              <p:cNvPr id="76" name="直接箭头连接符 75"/>
              <p:cNvCxnSpPr/>
              <p:nvPr/>
            </p:nvCxnSpPr>
            <p:spPr>
              <a:xfrm flipH="1" flipV="1">
                <a:off x="8568665" y="4291821"/>
                <a:ext cx="8518" cy="354330"/>
              </a:xfrm>
              <a:prstGeom prst="straightConnector1">
                <a:avLst/>
              </a:prstGeom>
              <a:ln w="57150">
                <a:solidFill>
                  <a:schemeClr val="bg1"/>
                </a:solidFill>
                <a:prstDash val="solid"/>
                <a:miter/>
                <a:tailEnd type="triangle"/>
              </a:ln>
            </p:spPr>
          </p:cxnSp>
          <p:cxnSp>
            <p:nvCxnSpPr>
              <p:cNvPr id="77" name="直接箭头连接符 76"/>
              <p:cNvCxnSpPr/>
              <p:nvPr/>
            </p:nvCxnSpPr>
            <p:spPr>
              <a:xfrm>
                <a:off x="8635055" y="4005219"/>
                <a:ext cx="395488" cy="3226"/>
              </a:xfrm>
              <a:prstGeom prst="straightConnector1">
                <a:avLst/>
              </a:prstGeom>
              <a:ln w="57150">
                <a:solidFill>
                  <a:schemeClr val="bg1"/>
                </a:solidFill>
                <a:prstDash val="solid"/>
                <a:miter/>
                <a:tailEnd type="triangle"/>
              </a:ln>
            </p:spPr>
          </p:cxnSp>
          <p:cxnSp>
            <p:nvCxnSpPr>
              <p:cNvPr id="78" name="直接箭头连接符 77"/>
              <p:cNvCxnSpPr/>
              <p:nvPr/>
            </p:nvCxnSpPr>
            <p:spPr>
              <a:xfrm flipV="1">
                <a:off x="8107259" y="4373892"/>
                <a:ext cx="1840" cy="529192"/>
              </a:xfrm>
              <a:prstGeom prst="straightConnector1">
                <a:avLst/>
              </a:prstGeom>
              <a:ln w="57150">
                <a:solidFill>
                  <a:schemeClr val="bg1"/>
                </a:solidFill>
                <a:prstDash val="solid"/>
                <a:miter/>
                <a:tailEnd type="triangle"/>
              </a:ln>
            </p:spPr>
          </p:cxnSp>
          <p:cxnSp>
            <p:nvCxnSpPr>
              <p:cNvPr id="79" name="直接箭头连接符 78"/>
              <p:cNvCxnSpPr/>
              <p:nvPr/>
            </p:nvCxnSpPr>
            <p:spPr>
              <a:xfrm flipV="1">
                <a:off x="7694963" y="5011186"/>
                <a:ext cx="357115" cy="214192"/>
              </a:xfrm>
              <a:prstGeom prst="straightConnector1">
                <a:avLst/>
              </a:prstGeom>
              <a:ln w="57150">
                <a:solidFill>
                  <a:schemeClr val="bg1"/>
                </a:solidFill>
                <a:prstDash val="solid"/>
                <a:miter/>
                <a:tailEnd type="triangle"/>
              </a:ln>
            </p:spPr>
          </p:cxnSp>
        </p:grpSp>
        <p:grpSp>
          <p:nvGrpSpPr>
            <p:cNvPr id="59" name="组合 58"/>
            <p:cNvGrpSpPr/>
            <p:nvPr/>
          </p:nvGrpSpPr>
          <p:grpSpPr>
            <a:xfrm>
              <a:off x="6730619" y="4966725"/>
              <a:ext cx="1362014" cy="1052594"/>
              <a:chOff x="11558538" y="4131471"/>
              <a:chExt cx="1362014" cy="1052594"/>
            </a:xfrm>
          </p:grpSpPr>
          <p:sp>
            <p:nvSpPr>
              <p:cNvPr id="60" name="文本框 59"/>
              <p:cNvSpPr txBox="1"/>
              <p:nvPr/>
            </p:nvSpPr>
            <p:spPr>
              <a:xfrm>
                <a:off x="11768101" y="4131471"/>
                <a:ext cx="844677" cy="284780"/>
              </a:xfrm>
              <a:prstGeom prst="rect">
                <a:avLst/>
              </a:prstGeom>
              <a:noFill/>
            </p:spPr>
            <p:txBody>
              <a:bodyPr wrap="none">
                <a:spAutoFit/>
              </a:bodyPr>
              <a:lstStyle/>
              <a:p>
                <a:r>
                  <a:rPr lang="en-GB" altLang="en-GB" sz="788" b="1">
                    <a:solidFill>
                      <a:schemeClr val="bg1"/>
                    </a:solidFill>
                  </a:rPr>
                  <a:t>Open Area</a:t>
                </a:r>
                <a:endParaRPr lang="zh-CN" altLang="zh-CN" sz="788" b="1">
                  <a:solidFill>
                    <a:schemeClr val="bg1"/>
                  </a:solidFill>
                </a:endParaRPr>
              </a:p>
            </p:txBody>
          </p:sp>
          <p:sp>
            <p:nvSpPr>
              <p:cNvPr id="61" name="文本框 60"/>
              <p:cNvSpPr txBox="1"/>
              <p:nvPr/>
            </p:nvSpPr>
            <p:spPr>
              <a:xfrm>
                <a:off x="11777365" y="4390447"/>
                <a:ext cx="996427" cy="284780"/>
              </a:xfrm>
              <a:prstGeom prst="rect">
                <a:avLst/>
              </a:prstGeom>
              <a:noFill/>
            </p:spPr>
            <p:txBody>
              <a:bodyPr wrap="none">
                <a:spAutoFit/>
              </a:bodyPr>
              <a:lstStyle/>
              <a:p>
                <a:r>
                  <a:rPr lang="en-GB" altLang="en-GB" sz="788" b="1">
                    <a:solidFill>
                      <a:schemeClr val="bg1"/>
                    </a:solidFill>
                  </a:rPr>
                  <a:t>Underground</a:t>
                </a:r>
                <a:endParaRPr lang="zh-CN" altLang="zh-CN" sz="788" b="1">
                  <a:solidFill>
                    <a:schemeClr val="bg1"/>
                  </a:solidFill>
                </a:endParaRPr>
              </a:p>
            </p:txBody>
          </p:sp>
          <p:sp>
            <p:nvSpPr>
              <p:cNvPr id="62" name="文本框 61"/>
              <p:cNvSpPr txBox="1"/>
              <p:nvPr/>
            </p:nvSpPr>
            <p:spPr>
              <a:xfrm>
                <a:off x="11768100" y="4639799"/>
                <a:ext cx="1152452" cy="284780"/>
              </a:xfrm>
              <a:prstGeom prst="rect">
                <a:avLst/>
              </a:prstGeom>
              <a:noFill/>
            </p:spPr>
            <p:txBody>
              <a:bodyPr wrap="none">
                <a:spAutoFit/>
              </a:bodyPr>
              <a:lstStyle/>
              <a:p>
                <a:r>
                  <a:rPr lang="en-GB" altLang="en-GB" sz="788" b="1">
                    <a:solidFill>
                      <a:schemeClr val="bg1"/>
                    </a:solidFill>
                  </a:rPr>
                  <a:t>Building Interior</a:t>
                </a:r>
                <a:endParaRPr lang="zh-CN" altLang="zh-CN" sz="788" b="1">
                  <a:solidFill>
                    <a:schemeClr val="bg1"/>
                  </a:solidFill>
                </a:endParaRPr>
              </a:p>
            </p:txBody>
          </p:sp>
          <p:grpSp>
            <p:nvGrpSpPr>
              <p:cNvPr id="63" name="组合 62"/>
              <p:cNvGrpSpPr/>
              <p:nvPr/>
            </p:nvGrpSpPr>
            <p:grpSpPr>
              <a:xfrm>
                <a:off x="11558538" y="4277225"/>
                <a:ext cx="316718" cy="906840"/>
                <a:chOff x="11558538" y="4277225"/>
                <a:chExt cx="316718" cy="906840"/>
              </a:xfrm>
            </p:grpSpPr>
            <p:sp>
              <p:nvSpPr>
                <p:cNvPr id="65" name="矩形: 圆角 64"/>
                <p:cNvSpPr/>
                <p:nvPr/>
              </p:nvSpPr>
              <p:spPr>
                <a:xfrm>
                  <a:off x="11558538" y="4277225"/>
                  <a:ext cx="304802" cy="149160"/>
                </a:xfrm>
                <a:prstGeom prst="roundRect">
                  <a:avLst/>
                </a:prstGeom>
                <a:noFill/>
                <a:ln w="28575">
                  <a:solidFill>
                    <a:srgbClr val="00B050"/>
                  </a:solidFill>
                  <a:prstDash val="solid"/>
                  <a:miter/>
                </a:ln>
              </p:spPr>
              <p:txBody>
                <a:bodyPr anchor="ctr"/>
                <a:lstStyle/>
                <a:p>
                  <a:pPr algn="ctr"/>
                  <a:endParaRPr lang="zh-CN" altLang="zh-CN" sz="1350">
                    <a:solidFill>
                      <a:schemeClr val="lt1"/>
                    </a:solidFill>
                  </a:endParaRPr>
                </a:p>
              </p:txBody>
            </p:sp>
            <p:sp>
              <p:nvSpPr>
                <p:cNvPr id="66" name="矩形: 圆角 65"/>
                <p:cNvSpPr/>
                <p:nvPr/>
              </p:nvSpPr>
              <p:spPr>
                <a:xfrm>
                  <a:off x="11558538" y="4536200"/>
                  <a:ext cx="304800" cy="149160"/>
                </a:xfrm>
                <a:prstGeom prst="roundRect">
                  <a:avLst/>
                </a:prstGeom>
                <a:noFill/>
                <a:ln w="28575">
                  <a:solidFill>
                    <a:srgbClr val="002060"/>
                  </a:solidFill>
                  <a:prstDash val="solid"/>
                  <a:miter/>
                </a:ln>
              </p:spPr>
              <p:txBody>
                <a:bodyPr anchor="ctr"/>
                <a:lstStyle/>
                <a:p>
                  <a:pPr algn="ctr"/>
                  <a:endParaRPr lang="zh-CN" altLang="zh-CN" sz="1350">
                    <a:solidFill>
                      <a:schemeClr val="lt1"/>
                    </a:solidFill>
                  </a:endParaRPr>
                </a:p>
              </p:txBody>
            </p:sp>
            <p:sp>
              <p:nvSpPr>
                <p:cNvPr id="67" name="矩形: 圆角 66"/>
                <p:cNvSpPr/>
                <p:nvPr/>
              </p:nvSpPr>
              <p:spPr>
                <a:xfrm>
                  <a:off x="11567802" y="4785553"/>
                  <a:ext cx="304800" cy="149160"/>
                </a:xfrm>
                <a:prstGeom prst="roundRect">
                  <a:avLst/>
                </a:prstGeom>
                <a:noFill/>
                <a:ln w="28575">
                  <a:solidFill>
                    <a:srgbClr val="C00000"/>
                  </a:solidFill>
                  <a:prstDash val="solid"/>
                  <a:miter/>
                </a:ln>
              </p:spPr>
              <p:txBody>
                <a:bodyPr anchor="ctr"/>
                <a:lstStyle/>
                <a:p>
                  <a:pPr algn="ctr"/>
                  <a:endParaRPr lang="zh-CN" altLang="zh-CN" sz="1350">
                    <a:solidFill>
                      <a:schemeClr val="lt1"/>
                    </a:solidFill>
                  </a:endParaRPr>
                </a:p>
              </p:txBody>
            </p:sp>
            <p:sp>
              <p:nvSpPr>
                <p:cNvPr id="68" name="矩形: 圆角 67"/>
                <p:cNvSpPr/>
                <p:nvPr/>
              </p:nvSpPr>
              <p:spPr>
                <a:xfrm>
                  <a:off x="11570455" y="5034905"/>
                  <a:ext cx="304801" cy="149160"/>
                </a:xfrm>
                <a:prstGeom prst="roundRect">
                  <a:avLst/>
                </a:prstGeom>
                <a:noFill/>
                <a:ln w="28575">
                  <a:solidFill>
                    <a:srgbClr val="00B0F0"/>
                  </a:solidFill>
                  <a:prstDash val="solid"/>
                  <a:miter/>
                </a:ln>
              </p:spPr>
              <p:txBody>
                <a:bodyPr anchor="ctr"/>
                <a:lstStyle/>
                <a:p>
                  <a:pPr algn="ctr"/>
                  <a:endParaRPr lang="zh-CN" altLang="zh-CN" sz="1350">
                    <a:solidFill>
                      <a:schemeClr val="lt1"/>
                    </a:solidFill>
                  </a:endParaRPr>
                </a:p>
              </p:txBody>
            </p:sp>
          </p:grpSp>
          <p:sp>
            <p:nvSpPr>
              <p:cNvPr id="64" name="文本框 63"/>
              <p:cNvSpPr txBox="1"/>
              <p:nvPr/>
            </p:nvSpPr>
            <p:spPr>
              <a:xfrm>
                <a:off x="11780279" y="4889151"/>
                <a:ext cx="667277" cy="284780"/>
              </a:xfrm>
              <a:prstGeom prst="rect">
                <a:avLst/>
              </a:prstGeom>
              <a:noFill/>
            </p:spPr>
            <p:txBody>
              <a:bodyPr wrap="none">
                <a:spAutoFit/>
              </a:bodyPr>
              <a:lstStyle/>
              <a:p>
                <a:r>
                  <a:rPr lang="en-GB" altLang="en-GB" sz="788" b="1">
                    <a:solidFill>
                      <a:schemeClr val="bg1"/>
                    </a:solidFill>
                  </a:rPr>
                  <a:t>Arsenal</a:t>
                </a:r>
                <a:endParaRPr lang="zh-CN" altLang="zh-CN" sz="788" b="1">
                  <a:solidFill>
                    <a:schemeClr val="bg1"/>
                  </a:solidFill>
                </a:endParaRPr>
              </a:p>
            </p:txBody>
          </p:sp>
        </p:grpSp>
      </p:grpSp>
      <p:cxnSp>
        <p:nvCxnSpPr>
          <p:cNvPr id="98" name="直接箭头连接符 97"/>
          <p:cNvCxnSpPr>
            <a:stCxn id="103" idx="0"/>
          </p:cNvCxnSpPr>
          <p:nvPr/>
        </p:nvCxnSpPr>
        <p:spPr>
          <a:xfrm flipV="1">
            <a:off x="3679885" y="2285431"/>
            <a:ext cx="512562" cy="1661167"/>
          </a:xfrm>
          <a:prstGeom prst="straightConnector1">
            <a:avLst/>
          </a:prstGeom>
          <a:ln w="38100">
            <a:solidFill>
              <a:srgbClr val="FFC000"/>
            </a:solidFill>
            <a:prstDash val="solid"/>
            <a:miter/>
            <a:tailEnd type="triangle"/>
          </a:ln>
        </p:spPr>
      </p:cxnSp>
      <p:cxnSp>
        <p:nvCxnSpPr>
          <p:cNvPr id="99" name="直接箭头连接符 98"/>
          <p:cNvCxnSpPr>
            <a:stCxn id="104" idx="0"/>
          </p:cNvCxnSpPr>
          <p:nvPr/>
        </p:nvCxnSpPr>
        <p:spPr>
          <a:xfrm flipH="1" flipV="1">
            <a:off x="4249639" y="1655678"/>
            <a:ext cx="1809076" cy="1861920"/>
          </a:xfrm>
          <a:prstGeom prst="straightConnector1">
            <a:avLst/>
          </a:prstGeom>
          <a:ln w="38100">
            <a:solidFill>
              <a:srgbClr val="FFC000"/>
            </a:solidFill>
            <a:prstDash val="solid"/>
            <a:miter/>
            <a:tailEnd type="triangle"/>
          </a:ln>
        </p:spPr>
      </p:cxnSp>
      <p:pic>
        <p:nvPicPr>
          <p:cNvPr id="100" name="图片 99"/>
          <p:cNvPicPr>
            <a:picLocks noChangeAspect="1"/>
          </p:cNvPicPr>
          <p:nvPr/>
        </p:nvPicPr>
        <p:blipFill>
          <a:blip r:embed="rId3"/>
          <a:stretch/>
        </p:blipFill>
        <p:spPr>
          <a:xfrm>
            <a:off x="371365" y="2751460"/>
            <a:ext cx="1652617" cy="1127087"/>
          </a:xfrm>
          <a:prstGeom prst="rect">
            <a:avLst/>
          </a:prstGeom>
        </p:spPr>
      </p:pic>
      <p:cxnSp>
        <p:nvCxnSpPr>
          <p:cNvPr id="101" name="直接箭头连接符 100"/>
          <p:cNvCxnSpPr>
            <a:stCxn id="100" idx="0"/>
          </p:cNvCxnSpPr>
          <p:nvPr/>
        </p:nvCxnSpPr>
        <p:spPr>
          <a:xfrm flipV="1">
            <a:off x="1197674" y="1838844"/>
            <a:ext cx="2072036" cy="912615"/>
          </a:xfrm>
          <a:prstGeom prst="straightConnector1">
            <a:avLst/>
          </a:prstGeom>
          <a:ln w="38100">
            <a:solidFill>
              <a:srgbClr val="FFC000"/>
            </a:solidFill>
            <a:prstDash val="solid"/>
            <a:miter/>
            <a:tailEnd type="triangle"/>
          </a:ln>
        </p:spPr>
      </p:cxnSp>
      <p:cxnSp>
        <p:nvCxnSpPr>
          <p:cNvPr id="102" name="直接箭头连接符 101"/>
          <p:cNvCxnSpPr>
            <a:stCxn id="111" idx="3"/>
          </p:cNvCxnSpPr>
          <p:nvPr/>
        </p:nvCxnSpPr>
        <p:spPr>
          <a:xfrm>
            <a:off x="2223089" y="1178251"/>
            <a:ext cx="1046621" cy="0"/>
          </a:xfrm>
          <a:prstGeom prst="straightConnector1">
            <a:avLst/>
          </a:prstGeom>
          <a:ln w="38100">
            <a:solidFill>
              <a:srgbClr val="FFC000"/>
            </a:solidFill>
            <a:prstDash val="solid"/>
            <a:miter/>
            <a:tailEnd type="triangle"/>
          </a:ln>
        </p:spPr>
      </p:cxnSp>
      <p:pic>
        <p:nvPicPr>
          <p:cNvPr id="103" name="图片 102"/>
          <p:cNvPicPr>
            <a:picLocks noChangeAspect="1"/>
          </p:cNvPicPr>
          <p:nvPr/>
        </p:nvPicPr>
        <p:blipFill>
          <a:blip r:embed="rId4"/>
          <a:stretch/>
        </p:blipFill>
        <p:spPr>
          <a:xfrm>
            <a:off x="2752235" y="3946598"/>
            <a:ext cx="1855300" cy="1107729"/>
          </a:xfrm>
          <a:prstGeom prst="rect">
            <a:avLst/>
          </a:prstGeom>
        </p:spPr>
      </p:pic>
      <p:pic>
        <p:nvPicPr>
          <p:cNvPr id="104" name="Picture 4"/>
          <p:cNvPicPr>
            <a:picLocks noChangeAspect="1"/>
          </p:cNvPicPr>
          <p:nvPr/>
        </p:nvPicPr>
        <p:blipFill>
          <a:blip r:embed="rId5"/>
          <a:stretch/>
        </p:blipFill>
        <p:spPr>
          <a:xfrm>
            <a:off x="4704584" y="3517598"/>
            <a:ext cx="2708262" cy="1523398"/>
          </a:xfrm>
          <a:prstGeom prst="rect">
            <a:avLst/>
          </a:prstGeom>
          <a:noFill/>
        </p:spPr>
      </p:pic>
      <p:pic>
        <p:nvPicPr>
          <p:cNvPr id="105" name="Picture 6"/>
          <p:cNvPicPr>
            <a:picLocks noChangeAspect="1"/>
          </p:cNvPicPr>
          <p:nvPr/>
        </p:nvPicPr>
        <p:blipFill rotWithShape="1">
          <a:blip r:embed="rId6">
            <a:extLst>
              <a:ext uri="{96DAC541-7B7A-43D3-8B79-37D633B846F1}">
                <asvg:svgBlip xmlns:asvg="http://schemas.microsoft.com/office/drawing/2016/SVG/main" r:embed="rId7"/>
              </a:ext>
            </a:extLst>
          </a:blip>
          <a:srcRect l="14381" r="16262"/>
          <a:stretch/>
        </p:blipFill>
        <p:spPr>
          <a:xfrm>
            <a:off x="5987431" y="1778491"/>
            <a:ext cx="2197901" cy="1523398"/>
          </a:xfrm>
          <a:prstGeom prst="rect">
            <a:avLst/>
          </a:prstGeom>
          <a:noFill/>
        </p:spPr>
      </p:pic>
      <p:cxnSp>
        <p:nvCxnSpPr>
          <p:cNvPr id="106" name="直接箭头连接符 105"/>
          <p:cNvCxnSpPr>
            <a:stCxn id="105" idx="1"/>
          </p:cNvCxnSpPr>
          <p:nvPr/>
        </p:nvCxnSpPr>
        <p:spPr>
          <a:xfrm flipH="1" flipV="1">
            <a:off x="4974359" y="2069722"/>
            <a:ext cx="1013072" cy="470468"/>
          </a:xfrm>
          <a:prstGeom prst="straightConnector1">
            <a:avLst/>
          </a:prstGeom>
          <a:ln w="38100">
            <a:solidFill>
              <a:srgbClr val="FFC000"/>
            </a:solidFill>
            <a:prstDash val="solid"/>
            <a:miter/>
            <a:tailEnd type="triangle"/>
          </a:ln>
        </p:spPr>
      </p:cxnSp>
      <p:pic>
        <p:nvPicPr>
          <p:cNvPr id="107" name="图片 106"/>
          <p:cNvPicPr>
            <a:picLocks noChangeAspect="1"/>
          </p:cNvPicPr>
          <p:nvPr/>
        </p:nvPicPr>
        <p:blipFill rotWithShape="1">
          <a:blip r:embed="rId8"/>
          <a:srcRect l="21836" t="6805" r="30235" b="7917"/>
          <a:stretch/>
        </p:blipFill>
        <p:spPr>
          <a:xfrm>
            <a:off x="1333175" y="3915052"/>
            <a:ext cx="1218836" cy="1219834"/>
          </a:xfrm>
          <a:prstGeom prst="rect">
            <a:avLst/>
          </a:prstGeom>
        </p:spPr>
      </p:pic>
      <p:cxnSp>
        <p:nvCxnSpPr>
          <p:cNvPr id="108" name="直接箭头连接符 107"/>
          <p:cNvCxnSpPr>
            <a:stCxn id="107" idx="0"/>
          </p:cNvCxnSpPr>
          <p:nvPr/>
        </p:nvCxnSpPr>
        <p:spPr>
          <a:xfrm flipV="1">
            <a:off x="1942593" y="2837517"/>
            <a:ext cx="1180997" cy="1077535"/>
          </a:xfrm>
          <a:prstGeom prst="straightConnector1">
            <a:avLst/>
          </a:prstGeom>
          <a:ln w="38100">
            <a:solidFill>
              <a:srgbClr val="FFC000"/>
            </a:solidFill>
            <a:prstDash val="solid"/>
            <a:miter/>
            <a:tailEnd type="triangle"/>
          </a:ln>
        </p:spPr>
      </p:cxnSp>
      <p:pic>
        <p:nvPicPr>
          <p:cNvPr id="109" name="图片 108"/>
          <p:cNvPicPr>
            <a:picLocks noChangeAspect="1"/>
          </p:cNvPicPr>
          <p:nvPr/>
        </p:nvPicPr>
        <p:blipFill>
          <a:blip r:embed="rId9"/>
          <a:stretch/>
        </p:blipFill>
        <p:spPr>
          <a:xfrm>
            <a:off x="5930104" y="291033"/>
            <a:ext cx="2290928" cy="1215863"/>
          </a:xfrm>
          <a:prstGeom prst="rect">
            <a:avLst/>
          </a:prstGeom>
        </p:spPr>
      </p:pic>
      <p:cxnSp>
        <p:nvCxnSpPr>
          <p:cNvPr id="110" name="直接箭头连接符 109"/>
          <p:cNvCxnSpPr>
            <a:stCxn id="109" idx="1"/>
          </p:cNvCxnSpPr>
          <p:nvPr/>
        </p:nvCxnSpPr>
        <p:spPr>
          <a:xfrm flipH="1">
            <a:off x="4920755" y="898965"/>
            <a:ext cx="1009349" cy="155630"/>
          </a:xfrm>
          <a:prstGeom prst="straightConnector1">
            <a:avLst/>
          </a:prstGeom>
          <a:ln w="38100">
            <a:solidFill>
              <a:srgbClr val="FFC000"/>
            </a:solidFill>
            <a:prstDash val="solid"/>
            <a:miter/>
            <a:tailEnd type="triangle"/>
          </a:ln>
        </p:spPr>
      </p:cxnSp>
      <p:pic>
        <p:nvPicPr>
          <p:cNvPr id="111" name="Picture 4"/>
          <p:cNvPicPr>
            <a:picLocks noChangeAspect="1"/>
          </p:cNvPicPr>
          <p:nvPr/>
        </p:nvPicPr>
        <p:blipFill>
          <a:blip r:embed="rId10"/>
          <a:stretch/>
        </p:blipFill>
        <p:spPr>
          <a:xfrm>
            <a:off x="172257" y="603716"/>
            <a:ext cx="2050833" cy="114907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5;p13"/>
          <p:cNvSpPr txBox="1"/>
          <p:nvPr/>
        </p:nvSpPr>
        <p:spPr>
          <a:xfrm>
            <a:off x="792001" y="1635646"/>
            <a:ext cx="7559999" cy="1728192"/>
          </a:xfrm>
          <a:prstGeom prst="rect">
            <a:avLst/>
          </a:prstGeom>
          <a:noFill/>
          <a:ln>
            <a:noFill/>
          </a:ln>
        </p:spPr>
        <p:txBody>
          <a:bodyPr wrap="square" lIns="68569" tIns="68569" rIns="68569" bIns="68569" anchor="ctr" anchorCtr="0"/>
          <a:lstStyle>
            <a:lvl1pPr lvl="0"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1pPr>
            <a:lvl2pPr lvl="1"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2pPr>
            <a:lvl3pPr lvl="2"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3pPr>
            <a:lvl4pPr lvl="3"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4pPr>
            <a:lvl5pPr lvl="4"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5pPr>
            <a:lvl6pPr lvl="5"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6pPr>
            <a:lvl7pPr lvl="6"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7pPr>
            <a:lvl8pPr lvl="7"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8pPr>
            <a:lvl9pPr lvl="8" algn="l">
              <a:lnSpc>
                <a:spcPct val="100000"/>
              </a:lnSpc>
              <a:spcBef>
                <a:spcPts val="0"/>
              </a:spcBef>
              <a:spcAft>
                <a:spcPts val="0"/>
              </a:spcAft>
              <a:buClr>
                <a:srgbClr val="000000"/>
              </a:buClr>
              <a:buFont typeface="Arial"/>
              <a:defRPr sz="1400" b="0" i="0" u="none" strike="noStrike">
                <a:solidFill>
                  <a:srgbClr val="000000"/>
                </a:solidFill>
                <a:latin typeface="Arial"/>
                <a:ea typeface="Arial"/>
              </a:defRPr>
            </a:lvl9pPr>
          </a:lstStyle>
          <a:p>
            <a:pPr marL="0" lvl="0" indent="0" algn="ctr" defTabSz="685800">
              <a:lnSpc>
                <a:spcPct val="100000"/>
              </a:lnSpc>
              <a:spcBef>
                <a:spcPts val="0"/>
              </a:spcBef>
              <a:spcAft>
                <a:spcPts val="0"/>
              </a:spcAft>
              <a:buClr>
                <a:srgbClr val="000000"/>
              </a:buClr>
              <a:buSzTx/>
              <a:buFont typeface="Arial"/>
              <a:buNone/>
            </a:pPr>
            <a:r>
              <a:rPr lang="en-US" altLang="en-US" sz="4000" b="1" i="0" u="none" strike="noStrike" kern="1200" spc="0" baseline="0">
                <a:solidFill>
                  <a:srgbClr val="FFFFFF"/>
                </a:solidFill>
                <a:latin typeface="Calibri"/>
                <a:ea typeface="Trebuchet MS"/>
              </a:rPr>
              <a:t>APPENDIX</a:t>
            </a:r>
            <a:endParaRPr lang="en-US" altLang="en-US" sz="3600" b="1" i="0" u="none" strike="noStrike" kern="1200" spc="0" baseline="0">
              <a:solidFill>
                <a:srgbClr val="FFFFFF"/>
              </a:solidFill>
              <a:latin typeface="Calibri"/>
              <a:ea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3"/>
          <p:cNvSpPr txBox="1"/>
          <p:nvPr/>
        </p:nvSpPr>
        <p:spPr>
          <a:xfrm>
            <a:off x="467544" y="1939919"/>
            <a:ext cx="1080000" cy="246221"/>
          </a:xfrm>
          <a:prstGeom prst="rect">
            <a:avLst/>
          </a:prstGeom>
          <a:solidFill>
            <a:srgbClr val="FF00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Assassinate</a:t>
            </a:r>
          </a:p>
        </p:txBody>
      </p:sp>
      <p:sp>
        <p:nvSpPr>
          <p:cNvPr id="3" name="TextBox 123"/>
          <p:cNvSpPr txBox="1"/>
          <p:nvPr/>
        </p:nvSpPr>
        <p:spPr>
          <a:xfrm>
            <a:off x="467544" y="2764346"/>
            <a:ext cx="1080000" cy="246221"/>
          </a:xfrm>
          <a:prstGeom prst="rect">
            <a:avLst/>
          </a:prstGeom>
          <a:solidFill>
            <a:srgbClr val="FF00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Escort</a:t>
            </a:r>
          </a:p>
        </p:txBody>
      </p:sp>
      <p:sp>
        <p:nvSpPr>
          <p:cNvPr id="4" name="TextBox 123"/>
          <p:cNvSpPr txBox="1"/>
          <p:nvPr/>
        </p:nvSpPr>
        <p:spPr>
          <a:xfrm>
            <a:off x="467544" y="3204747"/>
            <a:ext cx="1080000" cy="246221"/>
          </a:xfrm>
          <a:prstGeom prst="rect">
            <a:avLst/>
          </a:prstGeom>
          <a:solidFill>
            <a:srgbClr val="FF00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Kill</a:t>
            </a:r>
          </a:p>
        </p:txBody>
      </p:sp>
      <p:sp>
        <p:nvSpPr>
          <p:cNvPr id="5" name="TextBox 123"/>
          <p:cNvSpPr txBox="1"/>
          <p:nvPr/>
        </p:nvSpPr>
        <p:spPr>
          <a:xfrm>
            <a:off x="467544" y="2348847"/>
            <a:ext cx="1080000" cy="246221"/>
          </a:xfrm>
          <a:prstGeom prst="rect">
            <a:avLst/>
          </a:prstGeom>
          <a:solidFill>
            <a:srgbClr val="FF00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Defend</a:t>
            </a:r>
          </a:p>
        </p:txBody>
      </p:sp>
      <p:sp>
        <p:nvSpPr>
          <p:cNvPr id="6" name="TextBox 123"/>
          <p:cNvSpPr txBox="1"/>
          <p:nvPr/>
        </p:nvSpPr>
        <p:spPr>
          <a:xfrm>
            <a:off x="1979712" y="1939919"/>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Chase</a:t>
            </a:r>
          </a:p>
        </p:txBody>
      </p:sp>
      <p:sp>
        <p:nvSpPr>
          <p:cNvPr id="7" name="TextBox 123"/>
          <p:cNvSpPr txBox="1"/>
          <p:nvPr/>
        </p:nvSpPr>
        <p:spPr>
          <a:xfrm>
            <a:off x="1979712" y="2348848"/>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Follow</a:t>
            </a:r>
          </a:p>
        </p:txBody>
      </p:sp>
      <p:sp>
        <p:nvSpPr>
          <p:cNvPr id="8" name="TextBox 123"/>
          <p:cNvSpPr txBox="1"/>
          <p:nvPr/>
        </p:nvSpPr>
        <p:spPr>
          <a:xfrm>
            <a:off x="1979712" y="2782256"/>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Go To</a:t>
            </a:r>
          </a:p>
        </p:txBody>
      </p:sp>
      <p:sp>
        <p:nvSpPr>
          <p:cNvPr id="9" name="TextBox 123"/>
          <p:cNvSpPr txBox="1"/>
          <p:nvPr/>
        </p:nvSpPr>
        <p:spPr>
          <a:xfrm>
            <a:off x="1979712" y="3191185"/>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Escape</a:t>
            </a:r>
          </a:p>
        </p:txBody>
      </p:sp>
      <p:sp>
        <p:nvSpPr>
          <p:cNvPr id="10" name="TextBox 123"/>
          <p:cNvSpPr txBox="1"/>
          <p:nvPr/>
        </p:nvSpPr>
        <p:spPr>
          <a:xfrm>
            <a:off x="3389820" y="1939919"/>
            <a:ext cx="1080000" cy="246221"/>
          </a:xfrm>
          <a:prstGeom prst="rect">
            <a:avLst/>
          </a:prstGeom>
          <a:solidFill>
            <a:srgbClr val="7030A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Infiltrate</a:t>
            </a:r>
          </a:p>
        </p:txBody>
      </p:sp>
      <p:sp>
        <p:nvSpPr>
          <p:cNvPr id="11" name="TextBox 123"/>
          <p:cNvSpPr txBox="1"/>
          <p:nvPr/>
        </p:nvSpPr>
        <p:spPr>
          <a:xfrm>
            <a:off x="3389820" y="2348848"/>
            <a:ext cx="1080000" cy="246221"/>
          </a:xfrm>
          <a:prstGeom prst="rect">
            <a:avLst/>
          </a:prstGeom>
          <a:solidFill>
            <a:srgbClr val="7030A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Tail</a:t>
            </a:r>
          </a:p>
        </p:txBody>
      </p:sp>
      <p:sp>
        <p:nvSpPr>
          <p:cNvPr id="12" name="TextBox 123"/>
          <p:cNvSpPr txBox="1"/>
          <p:nvPr/>
        </p:nvSpPr>
        <p:spPr>
          <a:xfrm>
            <a:off x="4837999" y="1967792"/>
            <a:ext cx="1080000" cy="246221"/>
          </a:xfrm>
          <a:prstGeom prst="rect">
            <a:avLst/>
          </a:prstGeom>
          <a:solidFill>
            <a:srgbClr val="3CD4D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Activate/Get</a:t>
            </a:r>
          </a:p>
        </p:txBody>
      </p:sp>
      <p:sp>
        <p:nvSpPr>
          <p:cNvPr id="13" name="TextBox 123"/>
          <p:cNvSpPr txBox="1"/>
          <p:nvPr/>
        </p:nvSpPr>
        <p:spPr>
          <a:xfrm>
            <a:off x="4833887" y="2356419"/>
            <a:ext cx="1080000" cy="246221"/>
          </a:xfrm>
          <a:prstGeom prst="rect">
            <a:avLst/>
          </a:prstGeom>
          <a:solidFill>
            <a:srgbClr val="3CD4D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Locate</a:t>
            </a:r>
          </a:p>
        </p:txBody>
      </p:sp>
      <p:sp>
        <p:nvSpPr>
          <p:cNvPr id="14" name="TextBox 123"/>
          <p:cNvSpPr txBox="1"/>
          <p:nvPr/>
        </p:nvSpPr>
        <p:spPr>
          <a:xfrm>
            <a:off x="4844484" y="3372204"/>
            <a:ext cx="1080000" cy="246221"/>
          </a:xfrm>
          <a:prstGeom prst="rect">
            <a:avLst/>
          </a:prstGeom>
          <a:solidFill>
            <a:srgbClr val="00B0F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Destroy</a:t>
            </a:r>
          </a:p>
        </p:txBody>
      </p:sp>
      <p:sp>
        <p:nvSpPr>
          <p:cNvPr id="15" name="TextBox 123"/>
          <p:cNvSpPr txBox="1"/>
          <p:nvPr/>
        </p:nvSpPr>
        <p:spPr>
          <a:xfrm>
            <a:off x="4840372" y="3760831"/>
            <a:ext cx="1080000" cy="246221"/>
          </a:xfrm>
          <a:prstGeom prst="rect">
            <a:avLst/>
          </a:prstGeom>
          <a:solidFill>
            <a:srgbClr val="00B0F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Sabotage</a:t>
            </a:r>
          </a:p>
        </p:txBody>
      </p:sp>
      <p:sp>
        <p:nvSpPr>
          <p:cNvPr id="16" name="TextBox 123"/>
          <p:cNvSpPr txBox="1"/>
          <p:nvPr/>
        </p:nvSpPr>
        <p:spPr>
          <a:xfrm>
            <a:off x="7625152" y="1988762"/>
            <a:ext cx="1080000" cy="246221"/>
          </a:xfrm>
          <a:prstGeom prst="rect">
            <a:avLst/>
          </a:prstGeom>
          <a:solidFill>
            <a:srgbClr val="FFFF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424A4C"/>
                </a:solidFill>
                <a:latin typeface="Calibri"/>
                <a:ea typeface="+mn-ea"/>
              </a:rPr>
              <a:t>Puzzle</a:t>
            </a:r>
          </a:p>
        </p:txBody>
      </p:sp>
      <p:sp>
        <p:nvSpPr>
          <p:cNvPr id="17" name="TextBox 123"/>
          <p:cNvSpPr txBox="1"/>
          <p:nvPr/>
        </p:nvSpPr>
        <p:spPr>
          <a:xfrm>
            <a:off x="7621040" y="2377389"/>
            <a:ext cx="1080000" cy="246221"/>
          </a:xfrm>
          <a:prstGeom prst="rect">
            <a:avLst/>
          </a:prstGeom>
          <a:solidFill>
            <a:srgbClr val="FFFF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424A4C"/>
                </a:solidFill>
                <a:latin typeface="Calibri"/>
                <a:ea typeface="+mn-ea"/>
              </a:rPr>
              <a:t>Pets</a:t>
            </a:r>
          </a:p>
        </p:txBody>
      </p:sp>
      <p:sp>
        <p:nvSpPr>
          <p:cNvPr id="18" name="TextBox 123"/>
          <p:cNvSpPr txBox="1"/>
          <p:nvPr/>
        </p:nvSpPr>
        <p:spPr>
          <a:xfrm>
            <a:off x="6180879" y="1942832"/>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Go To Cinematic</a:t>
            </a:r>
          </a:p>
        </p:txBody>
      </p:sp>
      <p:sp>
        <p:nvSpPr>
          <p:cNvPr id="20" name="Rectangle 19"/>
          <p:cNvSpPr/>
          <p:nvPr/>
        </p:nvSpPr>
        <p:spPr>
          <a:xfrm>
            <a:off x="471657" y="1552532"/>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Fight</a:t>
            </a:r>
          </a:p>
        </p:txBody>
      </p:sp>
      <p:sp>
        <p:nvSpPr>
          <p:cNvPr id="21" name="Rectangle 20"/>
          <p:cNvSpPr/>
          <p:nvPr/>
        </p:nvSpPr>
        <p:spPr>
          <a:xfrm>
            <a:off x="1979712" y="1551637"/>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Navigation</a:t>
            </a:r>
          </a:p>
        </p:txBody>
      </p:sp>
      <p:sp>
        <p:nvSpPr>
          <p:cNvPr id="22" name="Rectangle 21"/>
          <p:cNvSpPr/>
          <p:nvPr/>
        </p:nvSpPr>
        <p:spPr>
          <a:xfrm>
            <a:off x="3393932" y="1551637"/>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Stealth</a:t>
            </a:r>
          </a:p>
        </p:txBody>
      </p:sp>
      <p:sp>
        <p:nvSpPr>
          <p:cNvPr id="23" name="Rectangle 22"/>
          <p:cNvSpPr/>
          <p:nvPr/>
        </p:nvSpPr>
        <p:spPr>
          <a:xfrm>
            <a:off x="4833887" y="1551637"/>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Interaction</a:t>
            </a:r>
          </a:p>
        </p:txBody>
      </p:sp>
      <p:sp>
        <p:nvSpPr>
          <p:cNvPr id="24" name="Rectangle 23"/>
          <p:cNvSpPr/>
          <p:nvPr/>
        </p:nvSpPr>
        <p:spPr>
          <a:xfrm>
            <a:off x="4836259" y="2955154"/>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Destruction</a:t>
            </a:r>
          </a:p>
        </p:txBody>
      </p:sp>
      <p:sp>
        <p:nvSpPr>
          <p:cNvPr id="25" name="Rectangle 24"/>
          <p:cNvSpPr/>
          <p:nvPr/>
        </p:nvSpPr>
        <p:spPr>
          <a:xfrm>
            <a:off x="7621039" y="1571712"/>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Other</a:t>
            </a:r>
          </a:p>
        </p:txBody>
      </p:sp>
      <p:sp>
        <p:nvSpPr>
          <p:cNvPr id="26" name="Rectangle 25"/>
          <p:cNvSpPr/>
          <p:nvPr/>
        </p:nvSpPr>
        <p:spPr>
          <a:xfrm>
            <a:off x="6180879" y="1555444"/>
            <a:ext cx="1080000" cy="277893"/>
          </a:xfrm>
          <a:prstGeom prst="rect">
            <a:avLst/>
          </a:prstGeom>
          <a:solidFill>
            <a:schemeClr val="accent6">
              <a:lumMod val="85000"/>
            </a:schemeClr>
          </a:solidFill>
          <a:ln w="6350" cap="flat" cmpd="sng">
            <a:solidFill>
              <a:schemeClr val="dk1"/>
            </a:solidFill>
            <a:prstDash val="solid"/>
            <a:miter/>
          </a:ln>
        </p:spPr>
        <p:txBody>
          <a:bodyPr anchor="t"/>
          <a:lstStyle/>
          <a:p>
            <a:pPr marL="0" lvl="0" indent="0" algn="ctr" defTabSz="914400">
              <a:lnSpc>
                <a:spcPct val="100000"/>
              </a:lnSpc>
              <a:spcBef>
                <a:spcPts val="0"/>
              </a:spcBef>
              <a:spcAft>
                <a:spcPts val="0"/>
              </a:spcAft>
              <a:buClrTx/>
              <a:buSzTx/>
              <a:buFontTx/>
              <a:buNone/>
            </a:pPr>
            <a:r>
              <a:rPr lang="en-CA" altLang="en-CA" sz="1000" b="1" i="0" u="none" strike="noStrike" kern="1200" spc="0" baseline="0">
                <a:solidFill>
                  <a:srgbClr val="424A4C"/>
                </a:solidFill>
                <a:latin typeface="Calibri"/>
                <a:ea typeface="+mn-ea"/>
              </a:rPr>
              <a:t>Narrative</a:t>
            </a:r>
          </a:p>
        </p:txBody>
      </p:sp>
      <p:sp>
        <p:nvSpPr>
          <p:cNvPr id="27" name="TextBox 123"/>
          <p:cNvSpPr txBox="1"/>
          <p:nvPr/>
        </p:nvSpPr>
        <p:spPr>
          <a:xfrm>
            <a:off x="1983824" y="3614689"/>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Tracking</a:t>
            </a:r>
          </a:p>
        </p:txBody>
      </p:sp>
      <p:sp>
        <p:nvSpPr>
          <p:cNvPr id="28" name="TextBox 123"/>
          <p:cNvSpPr txBox="1"/>
          <p:nvPr/>
        </p:nvSpPr>
        <p:spPr>
          <a:xfrm>
            <a:off x="1983824" y="4038331"/>
            <a:ext cx="1080000" cy="246221"/>
          </a:xfrm>
          <a:prstGeom prst="rect">
            <a:avLst/>
          </a:prstGeom>
          <a:solidFill>
            <a:srgbClr val="00B05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Climbing</a:t>
            </a:r>
          </a:p>
        </p:txBody>
      </p:sp>
      <p:sp>
        <p:nvSpPr>
          <p:cNvPr id="29" name="TextBox 123"/>
          <p:cNvSpPr txBox="1"/>
          <p:nvPr/>
        </p:nvSpPr>
        <p:spPr>
          <a:xfrm>
            <a:off x="6186734" y="2351761"/>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Play Cinematic</a:t>
            </a:r>
          </a:p>
        </p:txBody>
      </p:sp>
      <p:sp>
        <p:nvSpPr>
          <p:cNvPr id="30" name="TextBox 123"/>
          <p:cNvSpPr txBox="1"/>
          <p:nvPr/>
        </p:nvSpPr>
        <p:spPr>
          <a:xfrm>
            <a:off x="6186734" y="2767258"/>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Cinematic</a:t>
            </a:r>
          </a:p>
        </p:txBody>
      </p:sp>
      <p:sp>
        <p:nvSpPr>
          <p:cNvPr id="31" name="TextBox 123"/>
          <p:cNvSpPr txBox="1"/>
          <p:nvPr/>
        </p:nvSpPr>
        <p:spPr>
          <a:xfrm>
            <a:off x="6180879" y="3207659"/>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Walk &amp; Talk</a:t>
            </a:r>
          </a:p>
        </p:txBody>
      </p:sp>
      <p:sp>
        <p:nvSpPr>
          <p:cNvPr id="32" name="TextBox 123"/>
          <p:cNvSpPr txBox="1"/>
          <p:nvPr/>
        </p:nvSpPr>
        <p:spPr>
          <a:xfrm>
            <a:off x="7625152" y="2809437"/>
            <a:ext cx="1080000" cy="246221"/>
          </a:xfrm>
          <a:prstGeom prst="rect">
            <a:avLst/>
          </a:prstGeom>
          <a:solidFill>
            <a:srgbClr val="FFFF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424A4C"/>
                </a:solidFill>
                <a:latin typeface="Calibri"/>
                <a:ea typeface="+mn-ea"/>
              </a:rPr>
              <a:t>Underwater</a:t>
            </a:r>
          </a:p>
        </p:txBody>
      </p:sp>
      <p:sp>
        <p:nvSpPr>
          <p:cNvPr id="33" name="TextBox 123"/>
          <p:cNvSpPr txBox="1"/>
          <p:nvPr/>
        </p:nvSpPr>
        <p:spPr>
          <a:xfrm>
            <a:off x="7621039" y="3218486"/>
            <a:ext cx="1080000" cy="246221"/>
          </a:xfrm>
          <a:prstGeom prst="rect">
            <a:avLst/>
          </a:prstGeom>
          <a:solidFill>
            <a:srgbClr val="FFFF00"/>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424A4C"/>
                </a:solidFill>
                <a:latin typeface="Calibri"/>
                <a:ea typeface="+mn-ea"/>
              </a:rPr>
              <a:t>Exotic gameplay</a:t>
            </a:r>
          </a:p>
        </p:txBody>
      </p:sp>
      <p:sp>
        <p:nvSpPr>
          <p:cNvPr id="34" name="ZoneTexte 33"/>
          <p:cNvSpPr txBox="1"/>
          <p:nvPr/>
        </p:nvSpPr>
        <p:spPr>
          <a:xfrm>
            <a:off x="719572" y="771550"/>
            <a:ext cx="7704856" cy="600164"/>
          </a:xfrm>
          <a:prstGeom prst="rect">
            <a:avLst/>
          </a:prstGeom>
          <a:solidFill>
            <a:srgbClr val="FFFF00"/>
          </a:solidFill>
        </p:spPr>
        <p:txBody>
          <a:bodyPr wrap="square">
            <a:spAutoFit/>
          </a:bodyPr>
          <a:lstStyle/>
          <a:p>
            <a:pPr marL="0" lvl="0" indent="0" algn="l" defTabSz="914400">
              <a:lnSpc>
                <a:spcPct val="100000"/>
              </a:lnSpc>
              <a:spcBef>
                <a:spcPts val="0"/>
              </a:spcBef>
              <a:spcAft>
                <a:spcPts val="0"/>
              </a:spcAft>
              <a:buClrTx/>
              <a:buSzTx/>
              <a:buFontTx/>
              <a:buNone/>
            </a:pPr>
            <a:r>
              <a:rPr lang="en-US" altLang="en-US" sz="1100" b="1" i="0" u="sng" strike="noStrike" kern="1200" spc="0" baseline="0">
                <a:solidFill>
                  <a:srgbClr val="424A4C"/>
                </a:solidFill>
                <a:latin typeface="Calibri"/>
                <a:ea typeface="+mn-ea"/>
              </a:rPr>
              <a:t>Prepare easy to copy/paste template boxes of your gameplay blocks, based on your list &amp; definitions</a:t>
            </a:r>
          </a:p>
          <a:p>
            <a:pPr marL="0" lvl="0" indent="0" algn="l" defTabSz="914400">
              <a:lnSpc>
                <a:spcPct val="100000"/>
              </a:lnSpc>
              <a:spcBef>
                <a:spcPts val="0"/>
              </a:spcBef>
              <a:spcAft>
                <a:spcPts val="0"/>
              </a:spcAft>
              <a:buClrTx/>
              <a:buSzTx/>
              <a:buFontTx/>
              <a:buNone/>
            </a:pPr>
            <a:r>
              <a:rPr lang="en-US" altLang="en-US" sz="1100" b="0" i="0" u="none" strike="noStrike" kern="1200" spc="0" baseline="0">
                <a:solidFill>
                  <a:srgbClr val="424A4C"/>
                </a:solidFill>
                <a:latin typeface="Calibri"/>
                <a:ea typeface="+mn-ea"/>
              </a:rPr>
              <a:t>Those can then easily be copy/pasted into the mission structure and level design slides of the mission (see</a:t>
            </a:r>
            <a:r>
              <a:rPr lang="en-US" altLang="en-US" sz="1100" b="0" i="0" u="none" strike="noStrike" kern="1200" spc="0">
                <a:solidFill>
                  <a:srgbClr val="424A4C"/>
                </a:solidFill>
                <a:latin typeface="Calibri"/>
                <a:ea typeface="+mn-ea"/>
              </a:rPr>
              <a:t> “mission outline”</a:t>
            </a:r>
            <a:r>
              <a:rPr lang="en-US" altLang="en-US" sz="1100" b="0" i="0" u="none" strike="noStrike" kern="1200" spc="0" baseline="0">
                <a:solidFill>
                  <a:srgbClr val="424A4C"/>
                </a:solidFill>
                <a:latin typeface="Calibri"/>
                <a:ea typeface="+mn-ea"/>
              </a:rPr>
              <a:t> slides and “step 2” slides for examples in the template)</a:t>
            </a:r>
          </a:p>
        </p:txBody>
      </p:sp>
      <p:sp>
        <p:nvSpPr>
          <p:cNvPr id="35" name="Rectangle 34"/>
          <p:cNvSpPr/>
          <p:nvPr/>
        </p:nvSpPr>
        <p:spPr>
          <a:xfrm>
            <a:off x="182551" y="123478"/>
            <a:ext cx="8784975" cy="390919"/>
          </a:xfrm>
          <a:prstGeom prst="rect">
            <a:avLst/>
          </a:prstGeom>
          <a:noFill/>
          <a:ln>
            <a:noFill/>
          </a:ln>
        </p:spPr>
        <p:txBody>
          <a:bodyPr anchor="ctr"/>
          <a:lstStyle/>
          <a:p>
            <a:pPr marL="0" lvl="0" indent="0" algn="ctr" defTabSz="914400">
              <a:lnSpc>
                <a:spcPct val="100000"/>
              </a:lnSpc>
              <a:spcBef>
                <a:spcPts val="0"/>
              </a:spcBef>
              <a:spcAft>
                <a:spcPts val="0"/>
              </a:spcAft>
              <a:buClrTx/>
              <a:buSzTx/>
              <a:buFontTx/>
              <a:buNone/>
            </a:pPr>
            <a:r>
              <a:rPr lang="en-CA" altLang="en-CA" sz="2800" b="0" i="0" u="none" strike="noStrike" kern="1200" spc="0" baseline="0">
                <a:solidFill>
                  <a:srgbClr val="FFFFFF"/>
                </a:solidFill>
                <a:latin typeface="Calibri"/>
                <a:ea typeface="+mn-ea"/>
              </a:rPr>
              <a:t>GAMEPLAY BLOCKS TEMPLATE OBJECTS</a:t>
            </a:r>
          </a:p>
        </p:txBody>
      </p:sp>
      <p:sp>
        <p:nvSpPr>
          <p:cNvPr id="37" name="TextBox 123"/>
          <p:cNvSpPr txBox="1"/>
          <p:nvPr/>
        </p:nvSpPr>
        <p:spPr>
          <a:xfrm>
            <a:off x="6192533" y="3606283"/>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Dialogue</a:t>
            </a:r>
          </a:p>
        </p:txBody>
      </p:sp>
      <p:sp>
        <p:nvSpPr>
          <p:cNvPr id="38" name="TextBox 123"/>
          <p:cNvSpPr txBox="1"/>
          <p:nvPr/>
        </p:nvSpPr>
        <p:spPr>
          <a:xfrm>
            <a:off x="6192533" y="4032085"/>
            <a:ext cx="1080000" cy="246221"/>
          </a:xfrm>
          <a:prstGeom prst="rect">
            <a:avLst/>
          </a:prstGeom>
          <a:solidFill>
            <a:srgbClr val="F1B245"/>
          </a:solidFill>
          <a:ln w="3175">
            <a:solidFill>
              <a:schemeClr val="tx1"/>
            </a:solidFill>
            <a:prstDash val="solid"/>
            <a:miter/>
          </a:ln>
        </p:spPr>
        <p:txBody>
          <a:bodyPr wrap="square" anchor="ctr" anchorCtr="1">
            <a:spAutoFit/>
          </a:bodyPr>
          <a:lstStyle/>
          <a:p>
            <a:pPr marL="0" lvl="0" indent="0" algn="ctr" defTabSz="914400">
              <a:lnSpc>
                <a:spcPct val="100000"/>
              </a:lnSpc>
              <a:spcBef>
                <a:spcPts val="0"/>
              </a:spcBef>
              <a:spcAft>
                <a:spcPts val="0"/>
              </a:spcAft>
              <a:buClrTx/>
              <a:buSzTx/>
              <a:buFontTx/>
              <a:buNone/>
            </a:pPr>
            <a:r>
              <a:rPr lang="fr-CA" altLang="fr-CA" sz="1000" b="1" i="0" u="none" strike="noStrike" kern="1200" spc="0" baseline="0">
                <a:solidFill>
                  <a:srgbClr val="FFFFFF"/>
                </a:solidFill>
                <a:latin typeface="Calibri"/>
                <a:ea typeface="+mn-ea"/>
              </a:rPr>
              <a:t>Scripted event</a:t>
            </a:r>
          </a:p>
        </p:txBody>
      </p:sp>
    </p:spTree>
  </p:cSld>
  <p:clrMapOvr>
    <a:masterClrMapping/>
  </p:clrMapOvr>
</p:sld>
</file>

<file path=ppt/theme/theme1.xml><?xml version="1.0" encoding="utf-8"?>
<a:theme xmlns:a="http://schemas.openxmlformats.org/drawingml/2006/main" name="Office 主题​​">
  <a:themeElements>
    <a:clrScheme name="Office">
      <a:dk1>
        <a:srgbClr val="231F20"/>
      </a:dk1>
      <a:lt1>
        <a:srgbClr val="FFFFFF"/>
      </a:lt1>
      <a:dk2>
        <a:srgbClr val="BCBDC0"/>
      </a:dk2>
      <a:lt2>
        <a:srgbClr val="E2E3E4"/>
      </a:lt2>
      <a:accent1>
        <a:srgbClr val="57CAF6"/>
      </a:accent1>
      <a:accent2>
        <a:srgbClr val="00ADEF"/>
      </a:accent2>
      <a:accent3>
        <a:srgbClr val="0175C0"/>
      </a:accent3>
      <a:accent4>
        <a:srgbClr val="35C1D0"/>
      </a:accent4>
      <a:accent5>
        <a:srgbClr val="425261"/>
      </a:accent5>
      <a:accent6>
        <a:srgbClr val="23408E"/>
      </a:accent6>
      <a:hlink>
        <a:srgbClr val="7396CE"/>
      </a:hlink>
      <a:folHlink>
        <a:srgbClr val="294776"/>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424A4C"/>
      </a:dk1>
      <a:lt1>
        <a:srgbClr val="FFFFFF"/>
      </a:lt1>
      <a:dk2>
        <a:srgbClr val="424A4C"/>
      </a:dk2>
      <a:lt2>
        <a:srgbClr val="FFFFFF"/>
      </a:lt2>
      <a:accent1>
        <a:srgbClr val="AC0000"/>
      </a:accent1>
      <a:accent2>
        <a:srgbClr val="C9AE6A"/>
      </a:accent2>
      <a:accent3>
        <a:srgbClr val="AC0000"/>
      </a:accent3>
      <a:accent4>
        <a:srgbClr val="AC0000"/>
      </a:accent4>
      <a:accent5>
        <a:srgbClr val="9E9E9E"/>
      </a:accent5>
      <a:accent6>
        <a:srgbClr val="EEEEEE"/>
      </a:accent6>
      <a:hlink>
        <a:srgbClr val="A40000"/>
      </a:hlink>
      <a:folHlink>
        <a:srgbClr val="5B6369"/>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5464A"/>
      </a:dk2>
      <a:lt2>
        <a:srgbClr val="828282"/>
      </a:lt2>
      <a:accent1>
        <a:srgbClr val="9C132E"/>
      </a:accent1>
      <a:accent2>
        <a:srgbClr val="F1B245"/>
      </a:accent2>
      <a:accent3>
        <a:srgbClr val="DCC8B6"/>
      </a:accent3>
      <a:accent4>
        <a:srgbClr val="F2E3BC"/>
      </a:accent4>
      <a:accent5>
        <a:srgbClr val="FFFFFF"/>
      </a:accent5>
      <a:accent6>
        <a:srgbClr val="FFFFFF"/>
      </a:accent6>
      <a:hlink>
        <a:srgbClr val="FFFFFF"/>
      </a:hlink>
      <a:folHlink>
        <a:srgbClr val="FFFFF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3030</Words>
  <Application>Microsoft Office PowerPoint</Application>
  <PresentationFormat>全屏显示(16:9)</PresentationFormat>
  <Paragraphs>333</Paragraphs>
  <Slides>16</Slides>
  <Notes>11</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16</vt:i4>
      </vt:variant>
    </vt:vector>
  </HeadingPairs>
  <TitlesOfParts>
    <vt:vector size="31" baseType="lpstr">
      <vt:lpstr>DIN-Medium</vt:lpstr>
      <vt:lpstr>DIN-Regular</vt:lpstr>
      <vt:lpstr>Primal</vt:lpstr>
      <vt:lpstr>TradeGothicFCO</vt:lpstr>
      <vt:lpstr>Univers Com 59 UltraCondensed</vt:lpstr>
      <vt:lpstr>微软雅黑</vt:lpstr>
      <vt:lpstr>Arial</vt:lpstr>
      <vt:lpstr>Calibri</vt:lpstr>
      <vt:lpstr>Courier New</vt:lpstr>
      <vt:lpstr>Georgia</vt:lpstr>
      <vt:lpstr>Open Sans</vt:lpstr>
      <vt:lpstr>Wingdings</vt:lpstr>
      <vt:lpstr>Office 主题​​</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falconchen(陈毅翔)</dc:creator>
  <cp:lastModifiedBy>T168466</cp:lastModifiedBy>
  <cp:revision>2</cp:revision>
  <dcterms:modified xsi:type="dcterms:W3CDTF">2025-04-17T08:25:32Z</dcterms:modified>
</cp:coreProperties>
</file>